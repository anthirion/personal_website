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53" r:id="rId10"/>
  </p:sldMasterIdLst>
  <p:notesMasterIdLst>
    <p:notesMasterId r:id="rId14"/>
  </p:notesMasterIdLst>
  <p:handoutMasterIdLst>
    <p:handoutMasterId r:id="rId15"/>
  </p:handoutMasterIdLst>
  <p:sldIdLst>
    <p:sldId id="367" r:id="rId11"/>
    <p:sldId id="378" r:id="rId12"/>
    <p:sldId id="362" r:id="rId13"/>
  </p:sldIdLst>
  <p:sldSz cx="12192000" cy="6858000"/>
  <p:notesSz cx="6670675" cy="9777413"/>
  <p:embeddedFontLst>
    <p:embeddedFont>
      <p:font typeface="Aptos Light" panose="020B0004020202020204" pitchFamily="34" charset="0"/>
      <p:regular r:id="rId16"/>
      <p:italic r:id="rId17"/>
    </p:embeddedFont>
    <p:embeddedFont>
      <p:font typeface="Aptos SemiBold" panose="020B0004020202020204" pitchFamily="34" charset="0"/>
      <p:bold r:id="rId18"/>
      <p:boldItalic r:id="rId19"/>
    </p:embeddedFont>
    <p:embeddedFont>
      <p:font typeface="Avenir Next LT Pro" panose="020B0504020202020204" pitchFamily="34" charset="0"/>
      <p:regular r:id="rId20"/>
      <p:bold r:id="rId21"/>
      <p:italic r:id="rId22"/>
      <p:boldItalic r:id="rId23"/>
    </p:embeddedFont>
    <p:embeddedFont>
      <p:font typeface="Century Gothic" panose="020B0502020202020204" pitchFamily="34" charset="0"/>
      <p:regular r:id="rId24"/>
      <p:bold r:id="rId25"/>
      <p:italic r:id="rId26"/>
      <p:boldItalic r:id="rId27"/>
    </p:embeddedFont>
    <p:embeddedFont>
      <p:font typeface="Poppins" panose="00000500000000000000" pitchFamily="2" charset="0"/>
      <p:regular r:id="rId28"/>
      <p:bold r:id="rId29"/>
      <p:italic r:id="rId30"/>
      <p:boldItalic r:id="rId31"/>
    </p:embeddedFont>
    <p:embeddedFont>
      <p:font typeface="Tahoma" panose="020B0604030504040204" pitchFamily="34" charset="0"/>
      <p:regular r:id="rId32"/>
      <p:bold r:id="rId33"/>
    </p:embeddedFont>
    <p:embeddedFont>
      <p:font typeface="Tempus Sans ITC" panose="04020404030D07020202" pitchFamily="82" charset="0"/>
      <p:regular r:id="rId34"/>
    </p:embeddedFont>
  </p:embeddedFontLst>
  <p:custDataLst>
    <p:tags r:id="rId3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+ Wavestone template January 15" id="{728B07F6-C1AB-407F-BC05-713D7F0E64F6}">
          <p14:sldIdLst>
            <p14:sldId id="367"/>
            <p14:sldId id="378"/>
            <p14:sldId id="36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080" userDrawn="1">
          <p15:clr>
            <a:srgbClr val="A4A3A4"/>
          </p15:clr>
        </p15:guide>
        <p15:guide id="2" pos="210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A49"/>
    <a:srgbClr val="FFCA4A"/>
    <a:srgbClr val="8F00FF"/>
    <a:srgbClr val="4682B4"/>
    <a:srgbClr val="3AAA35"/>
    <a:srgbClr val="503078"/>
    <a:srgbClr val="5F5F5F"/>
    <a:srgbClr val="503795"/>
    <a:srgbClr val="39207C"/>
    <a:srgbClr val="5F3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Style moyen 4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54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80"/>
        <p:guide pos="210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tableStyles" Target="tableStyles.xml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7" Type="http://schemas.openxmlformats.org/officeDocument/2006/relationships/customXml" Target="../customXml/item7.xml"/><Relationship Id="rId12" Type="http://schemas.openxmlformats.org/officeDocument/2006/relationships/slide" Target="slides/slide2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1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viewProps" Target="viewProps.xml"/><Relationship Id="rId5" Type="http://schemas.openxmlformats.org/officeDocument/2006/relationships/customXml" Target="../customXml/item5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presProps" Target="presProps.xml"/><Relationship Id="rId10" Type="http://schemas.openxmlformats.org/officeDocument/2006/relationships/slideMaster" Target="slideMasters/slideMaster1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ags" Target="tags/tag1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Data 1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5A-4556-8D99-6B7E120DED62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Data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8D5A-4556-8D99-6B7E120DED62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D5A-4556-8D99-6B7E120DED6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D5A-4556-8D99-6B7E120DED6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8D5A-4556-8D99-6B7E120DED62}"/>
              </c:ext>
            </c:extLst>
          </c:dPt>
          <c:cat>
            <c:strRef>
              <c:f>Tabelle1!$A$2:$A$5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D5A-4556-8D99-6B7E120DED62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Data 3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D5A-4556-8D99-6B7E120DED62}"/>
            </c:ext>
          </c:extLst>
        </c:ser>
        <c:ser>
          <c:idx val="3"/>
          <c:order val="3"/>
          <c:tx>
            <c:strRef>
              <c:f>Tabelle1!$E$1</c:f>
              <c:strCache>
                <c:ptCount val="1"/>
                <c:pt idx="0">
                  <c:v>Data 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Tabelle1!$E$2:$E$5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8D5A-4556-8D99-6B7E120DED62}"/>
            </c:ext>
          </c:extLst>
        </c:ser>
        <c:ser>
          <c:idx val="4"/>
          <c:order val="4"/>
          <c:tx>
            <c:strRef>
              <c:f>Tabelle1!$F$1</c:f>
              <c:strCache>
                <c:ptCount val="1"/>
                <c:pt idx="0">
                  <c:v>Data 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Tabelle1!$F$2:$F$5</c:f>
              <c:numCache>
                <c:formatCode>General</c:formatCode>
                <c:ptCount val="4"/>
                <c:pt idx="0">
                  <c:v>4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D5A-4556-8D99-6B7E120DED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37560704"/>
        <c:axId val="1239088960"/>
      </c:barChart>
      <c:catAx>
        <c:axId val="1237560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9088960"/>
        <c:crosses val="autoZero"/>
        <c:auto val="1"/>
        <c:lblAlgn val="ctr"/>
        <c:lblOffset val="100"/>
        <c:noMultiLvlLbl val="0"/>
      </c:catAx>
      <c:valAx>
        <c:axId val="1239088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7560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487170686273985"/>
          <c:y val="0.10301922140512927"/>
          <c:w val="0.69353591367631839"/>
          <c:h val="0.69246499898884084"/>
        </c:manualLayout>
      </c:layout>
      <c:doughnutChart>
        <c:varyColors val="1"/>
        <c:ser>
          <c:idx val="0"/>
          <c:order val="0"/>
          <c:tx>
            <c:strRef>
              <c:f>Sheet1!$A$2</c:f>
              <c:strCache>
                <c:ptCount val="1"/>
                <c:pt idx="0">
                  <c:v>Placeholder</c:v>
                </c:pt>
              </c:strCache>
            </c:strRef>
          </c:tx>
          <c:spPr>
            <a:solidFill>
              <a:schemeClr val="accent1"/>
            </a:solidFill>
            <a:ln w="25558">
              <a:noFill/>
              <a:prstDash val="solid"/>
            </a:ln>
          </c:spPr>
          <c:dPt>
            <c:idx val="0"/>
            <c:bubble3D val="0"/>
            <c:spPr>
              <a:solidFill>
                <a:schemeClr val="bg2"/>
              </a:solidFill>
              <a:ln w="25558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18B1-4FBC-A03E-3D602BAC5756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25558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18B1-4FBC-A03E-3D602BAC5756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25558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5-18B1-4FBC-A03E-3D602BAC5756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7-18B1-4FBC-A03E-3D602BAC5756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558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8-3206-4C25-899E-E68A9E04A5F3}"/>
              </c:ext>
            </c:extLst>
          </c:dPt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400" b="1">
                      <a:solidFill>
                        <a:schemeClr val="bg1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18B1-4FBC-A03E-3D602BAC5756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400" b="1">
                      <a:solidFill>
                        <a:schemeClr val="bg1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18B1-4FBC-A03E-3D602BAC575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pPr>
                      <a:defRPr sz="1400" b="1">
                        <a:solidFill>
                          <a:schemeClr val="bg1"/>
                        </a:solidFill>
                        <a:latin typeface="+mn-lt"/>
                      </a:defRPr>
                    </a:pPr>
                    <a:fld id="{DECF46F9-CE70-407C-AC00-E37D725704CF}" type="VALUE">
                      <a:rPr lang="en-US">
                        <a:solidFill>
                          <a:schemeClr val="tx1"/>
                        </a:solidFill>
                      </a:rPr>
                      <a:pPr>
                        <a:defRPr sz="1400" b="1">
                          <a:solidFill>
                            <a:schemeClr val="bg1"/>
                          </a:solidFill>
                          <a:latin typeface="+mn-lt"/>
                        </a:defRPr>
                      </a:pPr>
                      <a:t>[VALUE]</a:t>
                    </a:fld>
                    <a:endParaRPr lang="fr-FR"/>
                  </a:p>
                </c:rich>
              </c:tx>
              <c:numFmt formatCode="0%" sourceLinked="0"/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18B1-4FBC-A03E-3D602BAC575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pPr>
                      <a:defRPr sz="1400" b="1">
                        <a:solidFill>
                          <a:schemeClr val="bg1"/>
                        </a:solidFill>
                        <a:latin typeface="+mn-lt"/>
                      </a:defRPr>
                    </a:pPr>
                    <a:fld id="{F21DBDD5-EB19-43B9-B831-75F4A6D37E92}" type="VALUE">
                      <a:rPr lang="en-US">
                        <a:solidFill>
                          <a:schemeClr val="tx1"/>
                        </a:solidFill>
                      </a:rPr>
                      <a:pPr>
                        <a:defRPr sz="1400" b="1">
                          <a:solidFill>
                            <a:schemeClr val="bg1"/>
                          </a:solidFill>
                          <a:latin typeface="+mn-lt"/>
                        </a:defRPr>
                      </a:pPr>
                      <a:t>[VALUE]</a:t>
                    </a:fld>
                    <a:endParaRPr lang="fr-FR"/>
                  </a:p>
                </c:rich>
              </c:tx>
              <c:numFmt formatCode="0%" sourceLinked="0"/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18B1-4FBC-A03E-3D602BAC5756}"/>
                </c:ext>
              </c:extLst>
            </c:dLbl>
            <c:dLbl>
              <c:idx val="4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400" b="1">
                      <a:solidFill>
                        <a:schemeClr val="bg1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3206-4C25-899E-E68A9E04A5F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="1">
                    <a:solidFill>
                      <a:schemeClr val="bg1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Sheet1!$B$1:$F$1</c:f>
              <c:strCache>
                <c:ptCount val="5"/>
                <c:pt idx="0">
                  <c:v>Description A    </c:v>
                </c:pt>
                <c:pt idx="1">
                  <c:v>Description B</c:v>
                </c:pt>
                <c:pt idx="2">
                  <c:v>Description C    </c:v>
                </c:pt>
                <c:pt idx="3">
                  <c:v>Description D</c:v>
                </c:pt>
                <c:pt idx="4">
                  <c:v>Description E</c:v>
                </c:pt>
              </c:strCache>
            </c:strRef>
          </c:cat>
          <c:val>
            <c:numRef>
              <c:f>Sheet1!$B$2:$F$2</c:f>
              <c:numCache>
                <c:formatCode>0.00%</c:formatCode>
                <c:ptCount val="5"/>
                <c:pt idx="0">
                  <c:v>0.4</c:v>
                </c:pt>
                <c:pt idx="1">
                  <c:v>0.25</c:v>
                </c:pt>
                <c:pt idx="2">
                  <c:v>0.15</c:v>
                </c:pt>
                <c:pt idx="3">
                  <c:v>0.1</c:v>
                </c:pt>
                <c:pt idx="4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8B1-4FBC-A03E-3D602BAC57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 w="25558">
          <a:noFill/>
        </a:ln>
      </c:spPr>
    </c:plotArea>
    <c:legend>
      <c:legendPos val="b"/>
      <c:legendEntry>
        <c:idx val="0"/>
        <c:txPr>
          <a:bodyPr anchor="b" anchorCtr="1"/>
          <a:lstStyle/>
          <a:p>
            <a:pPr>
              <a:defRPr sz="1000">
                <a:solidFill>
                  <a:schemeClr val="tx1"/>
                </a:solidFill>
                <a:latin typeface="+mn-lt"/>
              </a:defRPr>
            </a:pPr>
            <a:endParaRPr lang="en-US"/>
          </a:p>
        </c:txPr>
      </c:legendEntry>
      <c:legendEntry>
        <c:idx val="1"/>
        <c:txPr>
          <a:bodyPr anchor="b" anchorCtr="1"/>
          <a:lstStyle/>
          <a:p>
            <a:pPr>
              <a:defRPr sz="1000">
                <a:solidFill>
                  <a:schemeClr val="tx1"/>
                </a:solidFill>
                <a:latin typeface="+mn-lt"/>
              </a:defRPr>
            </a:pPr>
            <a:endParaRPr lang="en-US"/>
          </a:p>
        </c:txPr>
      </c:legendEntry>
      <c:legendEntry>
        <c:idx val="2"/>
        <c:txPr>
          <a:bodyPr anchor="b" anchorCtr="1"/>
          <a:lstStyle/>
          <a:p>
            <a:pPr>
              <a:defRPr sz="1000">
                <a:solidFill>
                  <a:schemeClr val="tx1"/>
                </a:solidFill>
                <a:latin typeface="+mn-lt"/>
              </a:defRPr>
            </a:pPr>
            <a:endParaRPr lang="en-US"/>
          </a:p>
        </c:txPr>
      </c:legendEntry>
      <c:legendEntry>
        <c:idx val="3"/>
        <c:txPr>
          <a:bodyPr anchor="b" anchorCtr="1"/>
          <a:lstStyle/>
          <a:p>
            <a:pPr>
              <a:defRPr sz="1000">
                <a:solidFill>
                  <a:schemeClr val="tx1"/>
                </a:solidFill>
                <a:latin typeface="+mn-lt"/>
              </a:defRPr>
            </a:pPr>
            <a:endParaRPr lang="en-US"/>
          </a:p>
        </c:txPr>
      </c:legendEntry>
      <c:legendEntry>
        <c:idx val="4"/>
        <c:txPr>
          <a:bodyPr anchor="b" anchorCtr="1"/>
          <a:lstStyle/>
          <a:p>
            <a:pPr>
              <a:defRPr sz="1000">
                <a:solidFill>
                  <a:schemeClr val="tx1"/>
                </a:solidFill>
                <a:latin typeface="+mn-lt"/>
              </a:defRPr>
            </a:pPr>
            <a:endParaRPr lang="en-US"/>
          </a:p>
        </c:txPr>
      </c:legendEntry>
      <c:layout>
        <c:manualLayout>
          <c:xMode val="edge"/>
          <c:yMode val="edge"/>
          <c:x val="0.66605962186386369"/>
          <c:y val="0.32045777313752427"/>
          <c:w val="0.23667574705540315"/>
          <c:h val="0.342088588510914"/>
        </c:manualLayout>
      </c:layout>
      <c:overlay val="0"/>
      <c:spPr>
        <a:noFill/>
      </c:spPr>
      <c:txPr>
        <a:bodyPr anchor="b" anchorCtr="1"/>
        <a:lstStyle/>
        <a:p>
          <a:pPr>
            <a:defRPr sz="1400">
              <a:solidFill>
                <a:schemeClr val="tx1"/>
              </a:solidFill>
              <a:latin typeface="+mn-lt"/>
            </a:defRPr>
          </a:pPr>
          <a:endParaRPr lang="en-US"/>
        </a:p>
      </c:txPr>
    </c:legend>
    <c:plotVisOnly val="1"/>
    <c:dispBlanksAs val="zero"/>
    <c:showDLblsOverMax val="0"/>
  </c:chart>
  <c:spPr>
    <a:noFill/>
    <a:ln>
      <a:noFill/>
    </a:ln>
  </c:spPr>
  <c:txPr>
    <a:bodyPr/>
    <a:lstStyle/>
    <a:p>
      <a:pPr>
        <a:defRPr sz="1258" b="0" i="0" u="none" strike="noStrike" baseline="0">
          <a:solidFill>
            <a:schemeClr val="tx1"/>
          </a:solidFill>
          <a:latin typeface="+mj-lt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890050" cy="488871"/>
          </a:xfrm>
          <a:prstGeom prst="rect">
            <a:avLst/>
          </a:prstGeom>
        </p:spPr>
        <p:txBody>
          <a:bodyPr vert="horz" lIns="90494" tIns="45248" rIns="90494" bIns="45248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779054" y="2"/>
            <a:ext cx="2890050" cy="488871"/>
          </a:xfrm>
          <a:prstGeom prst="rect">
            <a:avLst/>
          </a:prstGeom>
        </p:spPr>
        <p:txBody>
          <a:bodyPr vert="horz" lIns="90494" tIns="45248" rIns="90494" bIns="45248" rtlCol="0"/>
          <a:lstStyle>
            <a:lvl1pPr algn="r">
              <a:defRPr sz="1200"/>
            </a:lvl1pPr>
          </a:lstStyle>
          <a:p>
            <a:fld id="{FC44EC18-4EEB-4D5B-B082-BF8D68984CE6}" type="datetimeFigureOut">
              <a:rPr lang="fr-FR" smtClean="0"/>
              <a:t>04/03/2026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286972"/>
            <a:ext cx="2890050" cy="488871"/>
          </a:xfrm>
          <a:prstGeom prst="rect">
            <a:avLst/>
          </a:prstGeom>
        </p:spPr>
        <p:txBody>
          <a:bodyPr vert="horz" lIns="90494" tIns="45248" rIns="90494" bIns="45248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779054" y="9286972"/>
            <a:ext cx="2890050" cy="488871"/>
          </a:xfrm>
          <a:prstGeom prst="rect">
            <a:avLst/>
          </a:prstGeom>
        </p:spPr>
        <p:txBody>
          <a:bodyPr vert="horz" lIns="90494" tIns="45248" rIns="90494" bIns="45248" rtlCol="0" anchor="b"/>
          <a:lstStyle>
            <a:lvl1pPr algn="r">
              <a:defRPr sz="1200"/>
            </a:lvl1pPr>
          </a:lstStyle>
          <a:p>
            <a:fld id="{4818EC42-CF38-4915-8739-8E434A48C1A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760646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080" userDrawn="1">
          <p15:clr>
            <a:srgbClr val="F26B43"/>
          </p15:clr>
        </p15:guide>
        <p15:guide id="2" pos="210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890626" cy="490569"/>
          </a:xfrm>
          <a:prstGeom prst="rect">
            <a:avLst/>
          </a:prstGeom>
        </p:spPr>
        <p:txBody>
          <a:bodyPr vert="horz" lIns="89894" tIns="44948" rIns="89894" bIns="4494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8506" y="2"/>
            <a:ext cx="2890626" cy="490569"/>
          </a:xfrm>
          <a:prstGeom prst="rect">
            <a:avLst/>
          </a:prstGeom>
        </p:spPr>
        <p:txBody>
          <a:bodyPr vert="horz" lIns="89894" tIns="44948" rIns="89894" bIns="44948" rtlCol="0"/>
          <a:lstStyle>
            <a:lvl1pPr algn="r">
              <a:defRPr sz="1200"/>
            </a:lvl1pPr>
          </a:lstStyle>
          <a:p>
            <a:fld id="{8C39B519-6E1F-411A-A29D-D1E1AD04C97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1638" y="1222375"/>
            <a:ext cx="5867400" cy="3300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894" tIns="44948" rIns="89894" bIns="4494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7068" y="4705379"/>
            <a:ext cx="5336540" cy="3849856"/>
          </a:xfrm>
          <a:prstGeom prst="rect">
            <a:avLst/>
          </a:prstGeom>
        </p:spPr>
        <p:txBody>
          <a:bodyPr vert="horz" lIns="89894" tIns="44948" rIns="89894" bIns="4494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9286849"/>
            <a:ext cx="2890626" cy="490568"/>
          </a:xfrm>
          <a:prstGeom prst="rect">
            <a:avLst/>
          </a:prstGeom>
        </p:spPr>
        <p:txBody>
          <a:bodyPr vert="horz" lIns="89894" tIns="44948" rIns="89894" bIns="4494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8506" y="9286849"/>
            <a:ext cx="2890626" cy="490568"/>
          </a:xfrm>
          <a:prstGeom prst="rect">
            <a:avLst/>
          </a:prstGeom>
        </p:spPr>
        <p:txBody>
          <a:bodyPr vert="horz" lIns="89894" tIns="44948" rIns="89894" bIns="44948" rtlCol="0" anchor="b"/>
          <a:lstStyle>
            <a:lvl1pPr algn="r">
              <a:defRPr sz="1200"/>
            </a:lvl1pPr>
          </a:lstStyle>
          <a:p>
            <a:fld id="{F9168828-14A0-412B-94BC-241CF3A03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814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68828-14A0-412B-94BC-241CF3A039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66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avestone.com/en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wavestone.com/en/" TargetMode="Externa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tags" Target="../tags/tag35.xml"/><Relationship Id="rId18" Type="http://schemas.openxmlformats.org/officeDocument/2006/relationships/tags" Target="../tags/tag40.xml"/><Relationship Id="rId3" Type="http://schemas.openxmlformats.org/officeDocument/2006/relationships/tags" Target="../tags/tag25.xml"/><Relationship Id="rId21" Type="http://schemas.openxmlformats.org/officeDocument/2006/relationships/chart" Target="../charts/chart1.xml"/><Relationship Id="rId7" Type="http://schemas.openxmlformats.org/officeDocument/2006/relationships/tags" Target="../tags/tag29.xml"/><Relationship Id="rId12" Type="http://schemas.openxmlformats.org/officeDocument/2006/relationships/tags" Target="../tags/tag34.xml"/><Relationship Id="rId17" Type="http://schemas.openxmlformats.org/officeDocument/2006/relationships/tags" Target="../tags/tag39.xml"/><Relationship Id="rId2" Type="http://schemas.openxmlformats.org/officeDocument/2006/relationships/tags" Target="../tags/tag24.xml"/><Relationship Id="rId16" Type="http://schemas.openxmlformats.org/officeDocument/2006/relationships/tags" Target="../tags/tag38.xml"/><Relationship Id="rId20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5" Type="http://schemas.openxmlformats.org/officeDocument/2006/relationships/tags" Target="../tags/tag27.xml"/><Relationship Id="rId15" Type="http://schemas.openxmlformats.org/officeDocument/2006/relationships/tags" Target="../tags/tag37.xml"/><Relationship Id="rId10" Type="http://schemas.openxmlformats.org/officeDocument/2006/relationships/tags" Target="../tags/tag32.xml"/><Relationship Id="rId19" Type="http://schemas.openxmlformats.org/officeDocument/2006/relationships/tags" Target="../tags/tag41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tags" Target="../tags/tag36.xml"/><Relationship Id="rId22" Type="http://schemas.openxmlformats.org/officeDocument/2006/relationships/chart" Target="../charts/chart2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13" Type="http://schemas.openxmlformats.org/officeDocument/2006/relationships/image" Target="../media/image20.jpe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12" Type="http://schemas.openxmlformats.org/officeDocument/2006/relationships/image" Target="../media/image19.jpeg"/><Relationship Id="rId2" Type="http://schemas.openxmlformats.org/officeDocument/2006/relationships/image" Target="../media/image9.jpeg"/><Relationship Id="rId16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jpeg"/><Relationship Id="rId11" Type="http://schemas.openxmlformats.org/officeDocument/2006/relationships/image" Target="../media/image18.jpeg"/><Relationship Id="rId5" Type="http://schemas.openxmlformats.org/officeDocument/2006/relationships/image" Target="../media/image12.jpeg"/><Relationship Id="rId15" Type="http://schemas.openxmlformats.org/officeDocument/2006/relationships/image" Target="../media/image22.jpeg"/><Relationship Id="rId10" Type="http://schemas.openxmlformats.org/officeDocument/2006/relationships/image" Target="../media/image17.jpeg"/><Relationship Id="rId4" Type="http://schemas.openxmlformats.org/officeDocument/2006/relationships/image" Target="../media/image11.jpeg"/><Relationship Id="rId9" Type="http://schemas.openxmlformats.org/officeDocument/2006/relationships/image" Target="../media/image16.jpeg"/><Relationship Id="rId14" Type="http://schemas.openxmlformats.org/officeDocument/2006/relationships/image" Target="../media/image21.jpe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full blue with picture">
    <p:bg>
      <p:bgPr>
        <a:gradFill flip="none" rotWithShape="1">
          <a:gsLst>
            <a:gs pos="100000">
              <a:schemeClr val="accent3"/>
            </a:gs>
            <a:gs pos="0">
              <a:schemeClr val="bg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ubtitle 1" descr="&#10;">
            <a:extLst>
              <a:ext uri="{FF2B5EF4-FFF2-40B4-BE49-F238E27FC236}">
                <a16:creationId xmlns:a16="http://schemas.microsoft.com/office/drawing/2014/main" id="{DB0B5B0D-2EF3-BA23-C0A8-42E0036711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23863" y="2116003"/>
            <a:ext cx="6815137" cy="49510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Placeholder for your sub headline</a:t>
            </a:r>
          </a:p>
        </p:txBody>
      </p:sp>
      <p:sp>
        <p:nvSpPr>
          <p:cNvPr id="8" name="Client logo placeholder">
            <a:extLst>
              <a:ext uri="{FF2B5EF4-FFF2-40B4-BE49-F238E27FC236}">
                <a16:creationId xmlns:a16="http://schemas.microsoft.com/office/drawing/2014/main" id="{5CB54D1B-30FC-650C-4FB0-89F95343E7A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3862" y="3448559"/>
            <a:ext cx="2627312" cy="782638"/>
          </a:xfrm>
        </p:spPr>
        <p:txBody>
          <a:bodyPr lIns="0" tIns="0" rIns="0" bIns="0"/>
          <a:lstStyle>
            <a:lvl1pPr>
              <a:defRPr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r>
              <a:rPr lang="en-GB"/>
              <a:t>Insert logo client</a:t>
            </a:r>
          </a:p>
        </p:txBody>
      </p:sp>
      <p:sp>
        <p:nvSpPr>
          <p:cNvPr id="4" name="Date Author Internal placeholer">
            <a:extLst>
              <a:ext uri="{FF2B5EF4-FFF2-40B4-BE49-F238E27FC236}">
                <a16:creationId xmlns:a16="http://schemas.microsoft.com/office/drawing/2014/main" id="{E64DDF60-6EAD-3BAE-1343-0BEE0FEA54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863" y="2617739"/>
            <a:ext cx="6815137" cy="481013"/>
          </a:xfrm>
        </p:spPr>
        <p:txBody>
          <a:bodyPr lIns="0" tIns="0" rIns="0" bIns="0"/>
          <a:lstStyle>
            <a:lvl1pPr>
              <a:defRPr sz="1200">
                <a:solidFill>
                  <a:schemeClr val="bg1">
                    <a:lumMod val="100000"/>
                  </a:schemeClr>
                </a:solidFill>
                <a:latin typeface="Aptos Light" panose="020B0004020202020204" pitchFamily="34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GB"/>
              <a:t>Date | Author | Internal</a:t>
            </a:r>
          </a:p>
        </p:txBody>
      </p:sp>
      <p:pic>
        <p:nvPicPr>
          <p:cNvPr id="2" name="Blue Wavestone logo">
            <a:extLst>
              <a:ext uri="{FF2B5EF4-FFF2-40B4-BE49-F238E27FC236}">
                <a16:creationId xmlns:a16="http://schemas.microsoft.com/office/drawing/2014/main" id="{BE512CCC-1695-61D7-A3AD-CD8A1F887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5789" y="6071526"/>
            <a:ext cx="2743199" cy="684590"/>
          </a:xfrm>
          <a:prstGeom prst="rect">
            <a:avLst/>
          </a:prstGeom>
        </p:spPr>
      </p:pic>
      <p:pic>
        <p:nvPicPr>
          <p:cNvPr id="3" name="White Wavestone logo" descr="Wavestone logo">
            <a:extLst>
              <a:ext uri="{FF2B5EF4-FFF2-40B4-BE49-F238E27FC236}">
                <a16:creationId xmlns:a16="http://schemas.microsoft.com/office/drawing/2014/main" id="{76ADC0A5-1067-2CB4-29A2-83253A1B98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95789" y="6071526"/>
            <a:ext cx="2743200" cy="684590"/>
          </a:xfrm>
          <a:prstGeom prst="rect">
            <a:avLst/>
          </a:prstGeom>
        </p:spPr>
      </p:pic>
      <p:grpSp>
        <p:nvGrpSpPr>
          <p:cNvPr id="19" name="Strokes">
            <a:extLst>
              <a:ext uri="{FF2B5EF4-FFF2-40B4-BE49-F238E27FC236}">
                <a16:creationId xmlns:a16="http://schemas.microsoft.com/office/drawing/2014/main" id="{9D66CEAF-5896-9678-2399-77CD601EF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1100" y="2362201"/>
            <a:ext cx="12236484" cy="4500730"/>
            <a:chOff x="7485" y="2372714"/>
            <a:chExt cx="12179313" cy="4479703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4A3BFA1-BB6F-72A8-622E-01414B797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485" y="3916442"/>
              <a:ext cx="12179313" cy="2600047"/>
            </a:xfrm>
            <a:custGeom>
              <a:avLst/>
              <a:gdLst>
                <a:gd name="connsiteX0" fmla="*/ 0 w 12179313"/>
                <a:gd name="connsiteY0" fmla="*/ 341972 h 2600047"/>
                <a:gd name="connsiteX1" fmla="*/ 8343401 w 12179313"/>
                <a:gd name="connsiteY1" fmla="*/ 2235348 h 2600047"/>
                <a:gd name="connsiteX2" fmla="*/ 12179314 w 12179313"/>
                <a:gd name="connsiteY2" fmla="*/ 0 h 260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179313" h="2600047">
                  <a:moveTo>
                    <a:pt x="0" y="341972"/>
                  </a:moveTo>
                  <a:cubicBezTo>
                    <a:pt x="593424" y="835996"/>
                    <a:pt x="4005852" y="3573297"/>
                    <a:pt x="8343401" y="2235348"/>
                  </a:cubicBezTo>
                  <a:cubicBezTo>
                    <a:pt x="9562981" y="1859185"/>
                    <a:pt x="10855574" y="1160904"/>
                    <a:pt x="12179314" y="0"/>
                  </a:cubicBezTo>
                </a:path>
              </a:pathLst>
            </a:custGeom>
            <a:noFill/>
            <a:ln w="28575" cap="flat">
              <a:solidFill>
                <a:srgbClr val="04F06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6BAEA99-B6B7-C0A7-81D8-2B72AB61E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093216" y="2372714"/>
              <a:ext cx="4093581" cy="4479703"/>
            </a:xfrm>
            <a:custGeom>
              <a:avLst/>
              <a:gdLst>
                <a:gd name="connsiteX0" fmla="*/ 4093582 w 4093581"/>
                <a:gd name="connsiteY0" fmla="*/ 0 h 4479703"/>
                <a:gd name="connsiteX1" fmla="*/ 257669 w 4093581"/>
                <a:gd name="connsiteY1" fmla="*/ 3779076 h 4479703"/>
                <a:gd name="connsiteX2" fmla="*/ 0 w 4093581"/>
                <a:gd name="connsiteY2" fmla="*/ 4479704 h 4479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93581" h="4479703">
                  <a:moveTo>
                    <a:pt x="4093582" y="0"/>
                  </a:moveTo>
                  <a:cubicBezTo>
                    <a:pt x="3611294" y="167529"/>
                    <a:pt x="1403920" y="1064612"/>
                    <a:pt x="257669" y="3779076"/>
                  </a:cubicBezTo>
                  <a:cubicBezTo>
                    <a:pt x="164231" y="4000333"/>
                    <a:pt x="77834" y="4233707"/>
                    <a:pt x="0" y="4479704"/>
                  </a:cubicBezTo>
                </a:path>
              </a:pathLst>
            </a:custGeom>
            <a:noFill/>
            <a:ln w="28575" cap="flat" cmpd="sng" algn="ctr">
              <a:solidFill>
                <a:schemeClr val="bg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Picture Placeholder 1">
            <a:extLst>
              <a:ext uri="{FF2B5EF4-FFF2-40B4-BE49-F238E27FC236}">
                <a16:creationId xmlns:a16="http://schemas.microsoft.com/office/drawing/2014/main" id="{27DB79B2-30B9-24F2-E432-CF955CDC6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416801" y="0"/>
            <a:ext cx="4775201" cy="6858000"/>
          </a:xfrm>
          <a:custGeom>
            <a:avLst/>
            <a:gdLst>
              <a:gd name="connsiteX0" fmla="*/ 1517945 w 4775201"/>
              <a:gd name="connsiteY0" fmla="*/ 0 h 6858000"/>
              <a:gd name="connsiteX1" fmla="*/ 4775201 w 4775201"/>
              <a:gd name="connsiteY1" fmla="*/ 0 h 6858000"/>
              <a:gd name="connsiteX2" fmla="*/ 4775201 w 4775201"/>
              <a:gd name="connsiteY2" fmla="*/ 6858000 h 6858000"/>
              <a:gd name="connsiteX3" fmla="*/ 1517945 w 4775201"/>
              <a:gd name="connsiteY3" fmla="*/ 6858000 h 6858000"/>
              <a:gd name="connsiteX4" fmla="*/ 1435478 w 4775201"/>
              <a:gd name="connsiteY4" fmla="*/ 6784103 h 6858000"/>
              <a:gd name="connsiteX5" fmla="*/ 0 w 4775201"/>
              <a:gd name="connsiteY5" fmla="*/ 3429000 h 6858000"/>
              <a:gd name="connsiteX6" fmla="*/ 1435478 w 4775201"/>
              <a:gd name="connsiteY6" fmla="*/ 738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75201" h="6858000">
                <a:moveTo>
                  <a:pt x="1517945" y="0"/>
                </a:moveTo>
                <a:lnTo>
                  <a:pt x="4775201" y="0"/>
                </a:lnTo>
                <a:lnTo>
                  <a:pt x="4775201" y="6858000"/>
                </a:lnTo>
                <a:lnTo>
                  <a:pt x="1517945" y="6858000"/>
                </a:lnTo>
                <a:lnTo>
                  <a:pt x="1435478" y="6784103"/>
                </a:lnTo>
                <a:cubicBezTo>
                  <a:pt x="553634" y="5954966"/>
                  <a:pt x="0" y="4758867"/>
                  <a:pt x="0" y="3429000"/>
                </a:cubicBezTo>
                <a:cubicBezTo>
                  <a:pt x="0" y="2099134"/>
                  <a:pt x="553634" y="903034"/>
                  <a:pt x="1435478" y="73898"/>
                </a:cubicBezTo>
                <a:close/>
              </a:path>
            </a:pathLst>
          </a:custGeom>
        </p:spPr>
        <p:txBody>
          <a:bodyPr wrap="square" lIns="108000" tIns="0" rIns="108000" bIns="0" anchor="ctr">
            <a:noAutofit/>
          </a:bodyPr>
          <a:lstStyle>
            <a:lvl1pPr>
              <a:defRPr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r>
              <a:rPr lang="en-GB"/>
              <a:t>Insert image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2FD9D35-5265-AC61-DA20-E908CED92E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5" y="404663"/>
            <a:ext cx="6815016" cy="1704711"/>
          </a:xfrm>
        </p:spPr>
        <p:txBody>
          <a:bodyPr/>
          <a:lstStyle>
            <a:lvl1pPr>
              <a:defRPr sz="3400"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GB"/>
              <a:t>Complete here with the title of your presentation</a:t>
            </a:r>
            <a:r>
              <a:rPr lang="en-GB" noProof="0"/>
              <a:t> of maximum 3 lines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54454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full blue without picture">
    <p:bg>
      <p:bgPr>
        <a:gradFill flip="none" rotWithShape="1">
          <a:gsLst>
            <a:gs pos="100000">
              <a:schemeClr val="accent3"/>
            </a:gs>
            <a:gs pos="0">
              <a:schemeClr val="bg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1">
            <a:extLst>
              <a:ext uri="{FF2B5EF4-FFF2-40B4-BE49-F238E27FC236}">
                <a16:creationId xmlns:a16="http://schemas.microsoft.com/office/drawing/2014/main" id="{8E7C07B8-761D-5B0A-BBA4-2509B93128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23863" y="2116003"/>
            <a:ext cx="6815137" cy="49510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Placeholder for your sub headline</a:t>
            </a:r>
          </a:p>
        </p:txBody>
      </p:sp>
      <p:sp>
        <p:nvSpPr>
          <p:cNvPr id="15" name="Client logo placeholder">
            <a:extLst>
              <a:ext uri="{FF2B5EF4-FFF2-40B4-BE49-F238E27FC236}">
                <a16:creationId xmlns:a16="http://schemas.microsoft.com/office/drawing/2014/main" id="{0E0467A6-A3B4-56CE-4A41-A359642DF55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3862" y="3448559"/>
            <a:ext cx="2627312" cy="782638"/>
          </a:xfrm>
        </p:spPr>
        <p:txBody>
          <a:bodyPr lIns="0" tIns="0" rIns="0" bIns="0"/>
          <a:lstStyle>
            <a:lvl1pPr>
              <a:defRPr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r>
              <a:rPr lang="en-GB"/>
              <a:t>Insert logo client</a:t>
            </a:r>
          </a:p>
        </p:txBody>
      </p:sp>
      <p:sp>
        <p:nvSpPr>
          <p:cNvPr id="7" name="Date Author Internal placeholer">
            <a:extLst>
              <a:ext uri="{FF2B5EF4-FFF2-40B4-BE49-F238E27FC236}">
                <a16:creationId xmlns:a16="http://schemas.microsoft.com/office/drawing/2014/main" id="{5D7C9DCD-FBB0-1A0D-19DB-017C19EFBAC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863" y="2617739"/>
            <a:ext cx="6815137" cy="481013"/>
          </a:xfrm>
        </p:spPr>
        <p:txBody>
          <a:bodyPr lIns="0" tIns="0" rIns="0" bIns="0"/>
          <a:lstStyle>
            <a:lvl1pPr>
              <a:defRPr sz="1200">
                <a:solidFill>
                  <a:schemeClr val="bg1">
                    <a:lumMod val="100000"/>
                  </a:schemeClr>
                </a:solidFill>
                <a:latin typeface="Aptos Light" panose="020B0004020202020204" pitchFamily="34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GB"/>
              <a:t>Date | Author | Internal</a:t>
            </a:r>
          </a:p>
        </p:txBody>
      </p:sp>
      <p:pic>
        <p:nvPicPr>
          <p:cNvPr id="5" name="Blue Wavestone logo">
            <a:extLst>
              <a:ext uri="{FF2B5EF4-FFF2-40B4-BE49-F238E27FC236}">
                <a16:creationId xmlns:a16="http://schemas.microsoft.com/office/drawing/2014/main" id="{BCD57857-FD15-E832-C433-88A51E793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5789" y="6071526"/>
            <a:ext cx="2743199" cy="684590"/>
          </a:xfrm>
          <a:prstGeom prst="rect">
            <a:avLst/>
          </a:prstGeom>
        </p:spPr>
      </p:pic>
      <p:pic>
        <p:nvPicPr>
          <p:cNvPr id="6" name="White Wavestone logo" descr="Wavestone logo">
            <a:extLst>
              <a:ext uri="{FF2B5EF4-FFF2-40B4-BE49-F238E27FC236}">
                <a16:creationId xmlns:a16="http://schemas.microsoft.com/office/drawing/2014/main" id="{4EBE1307-FB4C-A2FF-CA0D-F617893B60B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95789" y="6071526"/>
            <a:ext cx="2743200" cy="684590"/>
          </a:xfrm>
          <a:prstGeom prst="rect">
            <a:avLst/>
          </a:prstGeom>
        </p:spPr>
      </p:pic>
      <p:sp>
        <p:nvSpPr>
          <p:cNvPr id="2" name="Title 9">
            <a:extLst>
              <a:ext uri="{FF2B5EF4-FFF2-40B4-BE49-F238E27FC236}">
                <a16:creationId xmlns:a16="http://schemas.microsoft.com/office/drawing/2014/main" id="{A3A45817-C259-069B-BA15-B25640BF55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5" y="404663"/>
            <a:ext cx="6815016" cy="1704711"/>
          </a:xfrm>
        </p:spPr>
        <p:txBody>
          <a:bodyPr/>
          <a:lstStyle>
            <a:lvl1pPr>
              <a:defRPr sz="3400"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GB"/>
              <a:t>Complete here with the title of your presentation</a:t>
            </a:r>
            <a:r>
              <a:rPr lang="en-GB" noProof="0"/>
              <a:t> of maximum 3 lines</a:t>
            </a:r>
            <a:endParaRPr lang="en-GB"/>
          </a:p>
        </p:txBody>
      </p:sp>
      <p:grpSp>
        <p:nvGrpSpPr>
          <p:cNvPr id="3" name="Strokes">
            <a:extLst>
              <a:ext uri="{FF2B5EF4-FFF2-40B4-BE49-F238E27FC236}">
                <a16:creationId xmlns:a16="http://schemas.microsoft.com/office/drawing/2014/main" id="{CDA0816A-1F5C-5D70-60C0-A287808C5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1100" y="2362201"/>
            <a:ext cx="12236484" cy="4500730"/>
            <a:chOff x="7485" y="2372714"/>
            <a:chExt cx="12179313" cy="4479703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056C3BC-9D74-66D7-4BFB-9CFCEF4B2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485" y="3916442"/>
              <a:ext cx="12179313" cy="2600047"/>
            </a:xfrm>
            <a:custGeom>
              <a:avLst/>
              <a:gdLst>
                <a:gd name="connsiteX0" fmla="*/ 0 w 12179313"/>
                <a:gd name="connsiteY0" fmla="*/ 341972 h 2600047"/>
                <a:gd name="connsiteX1" fmla="*/ 8343401 w 12179313"/>
                <a:gd name="connsiteY1" fmla="*/ 2235348 h 2600047"/>
                <a:gd name="connsiteX2" fmla="*/ 12179314 w 12179313"/>
                <a:gd name="connsiteY2" fmla="*/ 0 h 260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179313" h="2600047">
                  <a:moveTo>
                    <a:pt x="0" y="341972"/>
                  </a:moveTo>
                  <a:cubicBezTo>
                    <a:pt x="593424" y="835996"/>
                    <a:pt x="4005852" y="3573297"/>
                    <a:pt x="8343401" y="2235348"/>
                  </a:cubicBezTo>
                  <a:cubicBezTo>
                    <a:pt x="9562981" y="1859185"/>
                    <a:pt x="10855574" y="1160904"/>
                    <a:pt x="12179314" y="0"/>
                  </a:cubicBezTo>
                </a:path>
              </a:pathLst>
            </a:custGeom>
            <a:noFill/>
            <a:ln w="28575" cap="flat">
              <a:solidFill>
                <a:srgbClr val="04F06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7208B2E-36F1-7546-B1E2-A7FD3CDE1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093216" y="2372714"/>
              <a:ext cx="4093581" cy="4479703"/>
            </a:xfrm>
            <a:custGeom>
              <a:avLst/>
              <a:gdLst>
                <a:gd name="connsiteX0" fmla="*/ 4093582 w 4093581"/>
                <a:gd name="connsiteY0" fmla="*/ 0 h 4479703"/>
                <a:gd name="connsiteX1" fmla="*/ 257669 w 4093581"/>
                <a:gd name="connsiteY1" fmla="*/ 3779076 h 4479703"/>
                <a:gd name="connsiteX2" fmla="*/ 0 w 4093581"/>
                <a:gd name="connsiteY2" fmla="*/ 4479704 h 4479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93581" h="4479703">
                  <a:moveTo>
                    <a:pt x="4093582" y="0"/>
                  </a:moveTo>
                  <a:cubicBezTo>
                    <a:pt x="3611294" y="167529"/>
                    <a:pt x="1403920" y="1064612"/>
                    <a:pt x="257669" y="3779076"/>
                  </a:cubicBezTo>
                  <a:cubicBezTo>
                    <a:pt x="164231" y="4000333"/>
                    <a:pt x="77834" y="4233707"/>
                    <a:pt x="0" y="4479704"/>
                  </a:cubicBezTo>
                </a:path>
              </a:pathLst>
            </a:custGeom>
            <a:noFill/>
            <a:ln w="28575" cap="flat" cmpd="sng" algn="ctr">
              <a:solidFill>
                <a:schemeClr val="bg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81331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56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full white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1">
            <a:extLst>
              <a:ext uri="{FF2B5EF4-FFF2-40B4-BE49-F238E27FC236}">
                <a16:creationId xmlns:a16="http://schemas.microsoft.com/office/drawing/2014/main" id="{B7D66CE5-36E9-C7E5-4F66-BDDB24BC13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23863" y="2116003"/>
            <a:ext cx="6815137" cy="49510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i="0">
                <a:solidFill>
                  <a:schemeClr val="bg2">
                    <a:lumMod val="10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Placeholder for your sub headline</a:t>
            </a:r>
          </a:p>
        </p:txBody>
      </p:sp>
      <p:sp>
        <p:nvSpPr>
          <p:cNvPr id="7" name="Client logo placeholder">
            <a:extLst>
              <a:ext uri="{FF2B5EF4-FFF2-40B4-BE49-F238E27FC236}">
                <a16:creationId xmlns:a16="http://schemas.microsoft.com/office/drawing/2014/main" id="{28E92DB5-23F6-F411-855C-998B6CA674E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3862" y="3448559"/>
            <a:ext cx="2627312" cy="782638"/>
          </a:xfrm>
        </p:spPr>
        <p:txBody>
          <a:bodyPr lIns="0" tIns="0" rIns="0" bIns="0"/>
          <a:lstStyle>
            <a:lvl1pPr>
              <a:defRPr>
                <a:solidFill>
                  <a:schemeClr val="bg2">
                    <a:lumMod val="100000"/>
                  </a:schemeClr>
                </a:solidFill>
              </a:defRPr>
            </a:lvl1pPr>
          </a:lstStyle>
          <a:p>
            <a:r>
              <a:rPr lang="en-GB"/>
              <a:t>Insert logo client</a:t>
            </a:r>
          </a:p>
        </p:txBody>
      </p:sp>
      <p:sp>
        <p:nvSpPr>
          <p:cNvPr id="9" name="Date Author Internal placeholer">
            <a:extLst>
              <a:ext uri="{FF2B5EF4-FFF2-40B4-BE49-F238E27FC236}">
                <a16:creationId xmlns:a16="http://schemas.microsoft.com/office/drawing/2014/main" id="{2A49AA8B-4F27-FEFD-A529-F87B23E929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863" y="2617739"/>
            <a:ext cx="6815137" cy="481013"/>
          </a:xfrm>
        </p:spPr>
        <p:txBody>
          <a:bodyPr lIns="0" tIns="0" rIns="0" bIns="0"/>
          <a:lstStyle>
            <a:lvl1pPr>
              <a:defRPr sz="1200">
                <a:solidFill>
                  <a:schemeClr val="bg2">
                    <a:lumMod val="100000"/>
                  </a:schemeClr>
                </a:solidFill>
                <a:latin typeface="Aptos Light" panose="020B0004020202020204" pitchFamily="34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GB"/>
              <a:t>Date | Author | Internal</a:t>
            </a:r>
          </a:p>
        </p:txBody>
      </p:sp>
      <p:sp>
        <p:nvSpPr>
          <p:cNvPr id="12" name="Picture Placeholder">
            <a:extLst>
              <a:ext uri="{FF2B5EF4-FFF2-40B4-BE49-F238E27FC236}">
                <a16:creationId xmlns:a16="http://schemas.microsoft.com/office/drawing/2014/main" id="{809333A3-CFE9-6C67-FC9A-647D210E3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416801" y="0"/>
            <a:ext cx="4775201" cy="6858000"/>
          </a:xfrm>
          <a:custGeom>
            <a:avLst/>
            <a:gdLst>
              <a:gd name="connsiteX0" fmla="*/ 1517945 w 4775201"/>
              <a:gd name="connsiteY0" fmla="*/ 0 h 6858000"/>
              <a:gd name="connsiteX1" fmla="*/ 4775201 w 4775201"/>
              <a:gd name="connsiteY1" fmla="*/ 0 h 6858000"/>
              <a:gd name="connsiteX2" fmla="*/ 4775201 w 4775201"/>
              <a:gd name="connsiteY2" fmla="*/ 6858000 h 6858000"/>
              <a:gd name="connsiteX3" fmla="*/ 1517945 w 4775201"/>
              <a:gd name="connsiteY3" fmla="*/ 6858000 h 6858000"/>
              <a:gd name="connsiteX4" fmla="*/ 1435478 w 4775201"/>
              <a:gd name="connsiteY4" fmla="*/ 6784103 h 6858000"/>
              <a:gd name="connsiteX5" fmla="*/ 0 w 4775201"/>
              <a:gd name="connsiteY5" fmla="*/ 3429000 h 6858000"/>
              <a:gd name="connsiteX6" fmla="*/ 1435478 w 4775201"/>
              <a:gd name="connsiteY6" fmla="*/ 738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75201" h="6858000">
                <a:moveTo>
                  <a:pt x="1517945" y="0"/>
                </a:moveTo>
                <a:lnTo>
                  <a:pt x="4775201" y="0"/>
                </a:lnTo>
                <a:lnTo>
                  <a:pt x="4775201" y="6858000"/>
                </a:lnTo>
                <a:lnTo>
                  <a:pt x="1517945" y="6858000"/>
                </a:lnTo>
                <a:lnTo>
                  <a:pt x="1435478" y="6784103"/>
                </a:lnTo>
                <a:cubicBezTo>
                  <a:pt x="553634" y="5954966"/>
                  <a:pt x="0" y="4758867"/>
                  <a:pt x="0" y="3429000"/>
                </a:cubicBezTo>
                <a:cubicBezTo>
                  <a:pt x="0" y="2099134"/>
                  <a:pt x="553634" y="903034"/>
                  <a:pt x="1435478" y="73898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>
              <a:defRPr>
                <a:solidFill>
                  <a:schemeClr val="tx1">
                    <a:lumMod val="100000"/>
                  </a:schemeClr>
                </a:solidFill>
              </a:defRPr>
            </a:lvl1pPr>
          </a:lstStyle>
          <a:p>
            <a:r>
              <a:rPr lang="en-GB"/>
              <a:t>Insert image</a:t>
            </a:r>
          </a:p>
        </p:txBody>
      </p:sp>
      <p:pic>
        <p:nvPicPr>
          <p:cNvPr id="10" name="White Wavestone logo" descr="Wavestone logo">
            <a:extLst>
              <a:ext uri="{FF2B5EF4-FFF2-40B4-BE49-F238E27FC236}">
                <a16:creationId xmlns:a16="http://schemas.microsoft.com/office/drawing/2014/main" id="{C24581C9-449B-0114-E3CA-0BF0CC26CF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5789" y="6071526"/>
            <a:ext cx="2743200" cy="684590"/>
          </a:xfrm>
          <a:prstGeom prst="rect">
            <a:avLst/>
          </a:prstGeom>
        </p:spPr>
      </p:pic>
      <p:pic>
        <p:nvPicPr>
          <p:cNvPr id="8" name="Blue Wavestone logo">
            <a:extLst>
              <a:ext uri="{FF2B5EF4-FFF2-40B4-BE49-F238E27FC236}">
                <a16:creationId xmlns:a16="http://schemas.microsoft.com/office/drawing/2014/main" id="{82B939A0-F94E-A40E-D5F6-B35B28C8F3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95789" y="6071526"/>
            <a:ext cx="2743199" cy="684590"/>
          </a:xfrm>
          <a:prstGeom prst="rect">
            <a:avLst/>
          </a:prstGeom>
        </p:spPr>
      </p:pic>
      <p:sp>
        <p:nvSpPr>
          <p:cNvPr id="2" name="Title 9">
            <a:extLst>
              <a:ext uri="{FF2B5EF4-FFF2-40B4-BE49-F238E27FC236}">
                <a16:creationId xmlns:a16="http://schemas.microsoft.com/office/drawing/2014/main" id="{E58CD6CB-DFCB-B190-650C-576E3B5992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5" y="404663"/>
            <a:ext cx="6815016" cy="1704711"/>
          </a:xfrm>
        </p:spPr>
        <p:txBody>
          <a:bodyPr/>
          <a:lstStyle>
            <a:lvl1pPr>
              <a:defRPr sz="3400">
                <a:solidFill>
                  <a:schemeClr val="bg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GB"/>
              <a:t>Complete here with the title of your presentation</a:t>
            </a:r>
            <a:r>
              <a:rPr lang="en-GB" noProof="0"/>
              <a:t> of maximum 3 lines</a:t>
            </a:r>
            <a:endParaRPr lang="en-GB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9184CE1-16E8-9B21-222D-069D80A64419}"/>
              </a:ext>
            </a:extLst>
          </p:cNvPr>
          <p:cNvGrpSpPr/>
          <p:nvPr userDrawn="1"/>
        </p:nvGrpSpPr>
        <p:grpSpPr>
          <a:xfrm>
            <a:off x="-21100" y="2362201"/>
            <a:ext cx="12236484" cy="4500730"/>
            <a:chOff x="-21100" y="2362201"/>
            <a:chExt cx="12236484" cy="450073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A238787-3D33-0C64-8CD2-B60601CA75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21100" y="3913175"/>
              <a:ext cx="12236484" cy="2612251"/>
            </a:xfrm>
            <a:custGeom>
              <a:avLst/>
              <a:gdLst>
                <a:gd name="connsiteX0" fmla="*/ 0 w 12179313"/>
                <a:gd name="connsiteY0" fmla="*/ 341972 h 2600047"/>
                <a:gd name="connsiteX1" fmla="*/ 8343401 w 12179313"/>
                <a:gd name="connsiteY1" fmla="*/ 2235348 h 2600047"/>
                <a:gd name="connsiteX2" fmla="*/ 12179314 w 12179313"/>
                <a:gd name="connsiteY2" fmla="*/ 0 h 260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179313" h="2600047">
                  <a:moveTo>
                    <a:pt x="0" y="341972"/>
                  </a:moveTo>
                  <a:cubicBezTo>
                    <a:pt x="593424" y="835996"/>
                    <a:pt x="4005852" y="3573297"/>
                    <a:pt x="8343401" y="2235348"/>
                  </a:cubicBezTo>
                  <a:cubicBezTo>
                    <a:pt x="9562981" y="1859185"/>
                    <a:pt x="10855574" y="1160904"/>
                    <a:pt x="12179314" y="0"/>
                  </a:cubicBezTo>
                </a:path>
              </a:pathLst>
            </a:custGeom>
            <a:noFill/>
            <a:ln w="28575" cap="flat">
              <a:solidFill>
                <a:srgbClr val="04F06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268F4E6-ED81-59AC-C252-6A4BA5C3EA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102586" y="2362201"/>
              <a:ext cx="4112797" cy="4500730"/>
            </a:xfrm>
            <a:custGeom>
              <a:avLst/>
              <a:gdLst>
                <a:gd name="connsiteX0" fmla="*/ 4093582 w 4093581"/>
                <a:gd name="connsiteY0" fmla="*/ 0 h 4479703"/>
                <a:gd name="connsiteX1" fmla="*/ 257669 w 4093581"/>
                <a:gd name="connsiteY1" fmla="*/ 3779076 h 4479703"/>
                <a:gd name="connsiteX2" fmla="*/ 0 w 4093581"/>
                <a:gd name="connsiteY2" fmla="*/ 4479704 h 4479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93581" h="4479703">
                  <a:moveTo>
                    <a:pt x="4093582" y="0"/>
                  </a:moveTo>
                  <a:cubicBezTo>
                    <a:pt x="3611294" y="167529"/>
                    <a:pt x="1403920" y="1064612"/>
                    <a:pt x="257669" y="3779076"/>
                  </a:cubicBezTo>
                  <a:cubicBezTo>
                    <a:pt x="164231" y="4000333"/>
                    <a:pt x="77834" y="4233707"/>
                    <a:pt x="0" y="4479704"/>
                  </a:cubicBezTo>
                </a:path>
              </a:pathLst>
            </a:custGeom>
            <a:noFill/>
            <a:ln w="28575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49288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6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full white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1">
            <a:extLst>
              <a:ext uri="{FF2B5EF4-FFF2-40B4-BE49-F238E27FC236}">
                <a16:creationId xmlns:a16="http://schemas.microsoft.com/office/drawing/2014/main" id="{E12C197A-BB25-5561-74A9-9C42A88AA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23863" y="2116003"/>
            <a:ext cx="6815137" cy="49510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i="0">
                <a:solidFill>
                  <a:schemeClr val="bg2">
                    <a:lumMod val="10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Placeholder for your sub headline</a:t>
            </a:r>
          </a:p>
        </p:txBody>
      </p:sp>
      <p:sp>
        <p:nvSpPr>
          <p:cNvPr id="6" name="Client logo placeholder">
            <a:extLst>
              <a:ext uri="{FF2B5EF4-FFF2-40B4-BE49-F238E27FC236}">
                <a16:creationId xmlns:a16="http://schemas.microsoft.com/office/drawing/2014/main" id="{FF992F39-4192-FE74-2876-6045E840AB7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3862" y="3448559"/>
            <a:ext cx="2627312" cy="782638"/>
          </a:xfrm>
        </p:spPr>
        <p:txBody>
          <a:bodyPr lIns="0" tIns="0" rIns="0" bIns="0"/>
          <a:lstStyle>
            <a:lvl1pPr>
              <a:defRPr>
                <a:solidFill>
                  <a:schemeClr val="bg2">
                    <a:lumMod val="100000"/>
                  </a:schemeClr>
                </a:solidFill>
              </a:defRPr>
            </a:lvl1pPr>
          </a:lstStyle>
          <a:p>
            <a:r>
              <a:rPr lang="en-GB"/>
              <a:t>Insert logo client</a:t>
            </a:r>
          </a:p>
        </p:txBody>
      </p:sp>
      <p:sp>
        <p:nvSpPr>
          <p:cNvPr id="8" name="Date Author Internal placeholer">
            <a:extLst>
              <a:ext uri="{FF2B5EF4-FFF2-40B4-BE49-F238E27FC236}">
                <a16:creationId xmlns:a16="http://schemas.microsoft.com/office/drawing/2014/main" id="{B09AB756-E359-D998-331A-DDE7656530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863" y="2617739"/>
            <a:ext cx="6815137" cy="481013"/>
          </a:xfrm>
        </p:spPr>
        <p:txBody>
          <a:bodyPr lIns="0" tIns="0" rIns="0" bIns="0"/>
          <a:lstStyle>
            <a:lvl1pPr>
              <a:defRPr sz="1200">
                <a:solidFill>
                  <a:schemeClr val="bg2">
                    <a:lumMod val="100000"/>
                  </a:schemeClr>
                </a:solidFill>
                <a:latin typeface="Aptos Light" panose="020B0004020202020204" pitchFamily="34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GB"/>
              <a:t>Date | Author | Internal</a:t>
            </a:r>
          </a:p>
        </p:txBody>
      </p:sp>
      <p:pic>
        <p:nvPicPr>
          <p:cNvPr id="11" name="White Wavestone logo" descr="Wavestone logo">
            <a:extLst>
              <a:ext uri="{FF2B5EF4-FFF2-40B4-BE49-F238E27FC236}">
                <a16:creationId xmlns:a16="http://schemas.microsoft.com/office/drawing/2014/main" id="{48D1F763-BFE2-F09B-EE76-82FBAD2D79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5789" y="6071526"/>
            <a:ext cx="2743200" cy="684590"/>
          </a:xfrm>
          <a:prstGeom prst="rect">
            <a:avLst/>
          </a:prstGeom>
        </p:spPr>
      </p:pic>
      <p:pic>
        <p:nvPicPr>
          <p:cNvPr id="12" name="Blue Wavestone logo">
            <a:extLst>
              <a:ext uri="{FF2B5EF4-FFF2-40B4-BE49-F238E27FC236}">
                <a16:creationId xmlns:a16="http://schemas.microsoft.com/office/drawing/2014/main" id="{F3C0A1F6-8E6B-A250-8783-37D8B51A4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95789" y="6071526"/>
            <a:ext cx="2743199" cy="684590"/>
          </a:xfrm>
          <a:prstGeom prst="rect">
            <a:avLst/>
          </a:prstGeom>
        </p:spPr>
      </p:pic>
      <p:sp>
        <p:nvSpPr>
          <p:cNvPr id="2" name="Title 9">
            <a:extLst>
              <a:ext uri="{FF2B5EF4-FFF2-40B4-BE49-F238E27FC236}">
                <a16:creationId xmlns:a16="http://schemas.microsoft.com/office/drawing/2014/main" id="{C0877EA9-B35D-D696-9631-3A18F66607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5" y="404663"/>
            <a:ext cx="6815016" cy="1704711"/>
          </a:xfrm>
        </p:spPr>
        <p:txBody>
          <a:bodyPr/>
          <a:lstStyle>
            <a:lvl1pPr>
              <a:defRPr sz="3400">
                <a:solidFill>
                  <a:schemeClr val="bg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GB"/>
              <a:t>Complete here with the title of your presentation</a:t>
            </a:r>
            <a:r>
              <a:rPr lang="en-GB" noProof="0"/>
              <a:t> of maximum 3 lines</a:t>
            </a:r>
            <a:endParaRPr lang="en-GB"/>
          </a:p>
        </p:txBody>
      </p:sp>
      <p:grpSp>
        <p:nvGrpSpPr>
          <p:cNvPr id="7" name="Strokes">
            <a:extLst>
              <a:ext uri="{FF2B5EF4-FFF2-40B4-BE49-F238E27FC236}">
                <a16:creationId xmlns:a16="http://schemas.microsoft.com/office/drawing/2014/main" id="{F54D4D87-ADE7-DA13-05DD-B7FB851F4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1100" y="2362201"/>
            <a:ext cx="12236484" cy="4500730"/>
            <a:chOff x="7485" y="2372714"/>
            <a:chExt cx="12179313" cy="4479703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EF87484-35BD-0E6F-A84E-0A704D9B33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485" y="3916442"/>
              <a:ext cx="12179313" cy="2600047"/>
            </a:xfrm>
            <a:custGeom>
              <a:avLst/>
              <a:gdLst>
                <a:gd name="connsiteX0" fmla="*/ 0 w 12179313"/>
                <a:gd name="connsiteY0" fmla="*/ 341972 h 2600047"/>
                <a:gd name="connsiteX1" fmla="*/ 8343401 w 12179313"/>
                <a:gd name="connsiteY1" fmla="*/ 2235348 h 2600047"/>
                <a:gd name="connsiteX2" fmla="*/ 12179314 w 12179313"/>
                <a:gd name="connsiteY2" fmla="*/ 0 h 260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179313" h="2600047">
                  <a:moveTo>
                    <a:pt x="0" y="341972"/>
                  </a:moveTo>
                  <a:cubicBezTo>
                    <a:pt x="593424" y="835996"/>
                    <a:pt x="4005852" y="3573297"/>
                    <a:pt x="8343401" y="2235348"/>
                  </a:cubicBezTo>
                  <a:cubicBezTo>
                    <a:pt x="9562981" y="1859185"/>
                    <a:pt x="10855574" y="1160904"/>
                    <a:pt x="12179314" y="0"/>
                  </a:cubicBezTo>
                </a:path>
              </a:pathLst>
            </a:custGeom>
            <a:noFill/>
            <a:ln w="28575" cap="flat">
              <a:solidFill>
                <a:srgbClr val="04F06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36FA8F0-861A-FFC5-0F7A-66DD953171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093216" y="2372714"/>
              <a:ext cx="4093581" cy="4479703"/>
            </a:xfrm>
            <a:custGeom>
              <a:avLst/>
              <a:gdLst>
                <a:gd name="connsiteX0" fmla="*/ 4093582 w 4093581"/>
                <a:gd name="connsiteY0" fmla="*/ 0 h 4479703"/>
                <a:gd name="connsiteX1" fmla="*/ 257669 w 4093581"/>
                <a:gd name="connsiteY1" fmla="*/ 3779076 h 4479703"/>
                <a:gd name="connsiteX2" fmla="*/ 0 w 4093581"/>
                <a:gd name="connsiteY2" fmla="*/ 4479704 h 4479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93581" h="4479703">
                  <a:moveTo>
                    <a:pt x="4093582" y="0"/>
                  </a:moveTo>
                  <a:cubicBezTo>
                    <a:pt x="3611294" y="167529"/>
                    <a:pt x="1403920" y="1064612"/>
                    <a:pt x="257669" y="3779076"/>
                  </a:cubicBezTo>
                  <a:cubicBezTo>
                    <a:pt x="164231" y="4000333"/>
                    <a:pt x="77834" y="4233707"/>
                    <a:pt x="0" y="4479704"/>
                  </a:cubicBezTo>
                </a:path>
              </a:pathLst>
            </a:custGeom>
            <a:noFill/>
            <a:ln w="28575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99341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6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content without pictur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optitle placeholder 1">
            <a:extLst>
              <a:ext uri="{FF2B5EF4-FFF2-40B4-BE49-F238E27FC236}">
                <a16:creationId xmlns:a16="http://schemas.microsoft.com/office/drawing/2014/main" id="{851225A9-B9A5-5D43-2356-907348CE5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355" y="144313"/>
            <a:ext cx="7794704" cy="260499"/>
          </a:xfrm>
          <a:prstGeom prst="rect">
            <a:avLst/>
          </a:prstGeom>
        </p:spPr>
        <p:txBody>
          <a:bodyPr lIns="0" tIns="0" rIns="0" bIns="0" anchor="b"/>
          <a:lstStyle>
            <a:lvl1pPr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en-GB" noProof="0"/>
              <a:t>Insert a top title here - must not exceed 1 line</a:t>
            </a:r>
          </a:p>
        </p:txBody>
      </p:sp>
      <p:sp>
        <p:nvSpPr>
          <p:cNvPr id="8" name="Chapter placeholder 1">
            <a:extLst>
              <a:ext uri="{FF2B5EF4-FFF2-40B4-BE49-F238E27FC236}">
                <a16:creationId xmlns:a16="http://schemas.microsoft.com/office/drawing/2014/main" id="{AE7685B7-31BA-B763-988E-64FA2F7EC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20074" y="144166"/>
            <a:ext cx="3548064" cy="260647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en-GB" noProof="0"/>
              <a:t>CHAPTER 1 – CHAPTER 2 – CHAPTER 3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5354" y="404667"/>
            <a:ext cx="11342769" cy="936770"/>
          </a:xfrm>
        </p:spPr>
        <p:txBody>
          <a:bodyPr lIns="0" tIns="0" rIns="0" bIns="0"/>
          <a:lstStyle>
            <a:lvl1pPr>
              <a:defRPr sz="2400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Complete with a title here that carries your message on two lines at most for more </a:t>
            </a:r>
            <a:r>
              <a:rPr lang="en-GB" noProof="0"/>
              <a:t>readability</a:t>
            </a:r>
          </a:p>
        </p:txBody>
      </p:sp>
      <p:sp>
        <p:nvSpPr>
          <p:cNvPr id="5" name="Content Placeholder 4" descr="Content placeholder: &#10;The first line is dedicated to Level 1.&#10;To move to the next level, click Alt + Shift + right arrow. 3 levels are available. ">
            <a:extLst>
              <a:ext uri="{FF2B5EF4-FFF2-40B4-BE49-F238E27FC236}">
                <a16:creationId xmlns:a16="http://schemas.microsoft.com/office/drawing/2014/main" id="{7AB6DAC7-33AA-E7F9-D829-CACCD01E64C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23863" y="1341438"/>
            <a:ext cx="11344275" cy="4895850"/>
          </a:xfrm>
        </p:spPr>
        <p:txBody>
          <a:bodyPr lIns="0" tIns="36000" rIns="0" bIns="36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8158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title 1">
            <a:extLst>
              <a:ext uri="{FF2B5EF4-FFF2-40B4-BE49-F238E27FC236}">
                <a16:creationId xmlns:a16="http://schemas.microsoft.com/office/drawing/2014/main" id="{76849AAF-1C69-4F35-4759-ECA8DCF54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355" y="144313"/>
            <a:ext cx="7794704" cy="260499"/>
          </a:xfrm>
          <a:prstGeom prst="rect">
            <a:avLst/>
          </a:prstGeom>
        </p:spPr>
        <p:txBody>
          <a:bodyPr lIns="0" tIns="0" rIns="0" bIns="0" anchor="b"/>
          <a:lstStyle>
            <a:lvl1pPr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en-GB" noProof="0"/>
              <a:t>Insert a top title here - must not exceed 1 line</a:t>
            </a:r>
          </a:p>
        </p:txBody>
      </p:sp>
      <p:sp>
        <p:nvSpPr>
          <p:cNvPr id="5" name="Chapter placeholder 1">
            <a:extLst>
              <a:ext uri="{FF2B5EF4-FFF2-40B4-BE49-F238E27FC236}">
                <a16:creationId xmlns:a16="http://schemas.microsoft.com/office/drawing/2014/main" id="{8BBD3644-B711-1D97-E528-4D75DCB5C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20075" y="144166"/>
            <a:ext cx="3548064" cy="260647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en-GB" noProof="0"/>
              <a:t>CHAPTER 1 – CHAPTER 2 – CHAPTER 3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25355" y="404665"/>
            <a:ext cx="11342768" cy="936773"/>
          </a:xfrm>
        </p:spPr>
        <p:txBody>
          <a:bodyPr lIns="0" tIns="0" rIns="0" bIns="0"/>
          <a:lstStyle>
            <a:lvl1pPr>
              <a:defRPr sz="2400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en-GB" noProof="0"/>
              <a:t>Complete with a title here that carries your message on two lines at most for more readability</a:t>
            </a:r>
          </a:p>
        </p:txBody>
      </p:sp>
    </p:spTree>
    <p:extLst>
      <p:ext uri="{BB962C8B-B14F-4D97-AF65-F5344CB8AC3E}">
        <p14:creationId xmlns:p14="http://schemas.microsoft.com/office/powerpoint/2010/main" val="1555369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at text left +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title placeholder 1">
            <a:extLst>
              <a:ext uri="{FF2B5EF4-FFF2-40B4-BE49-F238E27FC236}">
                <a16:creationId xmlns:a16="http://schemas.microsoft.com/office/drawing/2014/main" id="{C3E536A8-35FA-BE3C-96F0-8E12379D5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355" y="144313"/>
            <a:ext cx="7794704" cy="260499"/>
          </a:xfrm>
          <a:prstGeom prst="rect">
            <a:avLst/>
          </a:prstGeom>
        </p:spPr>
        <p:txBody>
          <a:bodyPr lIns="0" tIns="0" rIns="0" bIns="0" anchor="b"/>
          <a:lstStyle>
            <a:lvl1pPr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en-GB" noProof="0"/>
              <a:t>Insert a top title here - must not exceed 1 line</a:t>
            </a:r>
          </a:p>
        </p:txBody>
      </p:sp>
      <p:sp>
        <p:nvSpPr>
          <p:cNvPr id="2" name="Chapter placeholder 1">
            <a:extLst>
              <a:ext uri="{FF2B5EF4-FFF2-40B4-BE49-F238E27FC236}">
                <a16:creationId xmlns:a16="http://schemas.microsoft.com/office/drawing/2014/main" id="{5B219629-E151-CA04-8232-A7687951C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20075" y="144166"/>
            <a:ext cx="3548064" cy="260647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en-GB" noProof="0"/>
              <a:t>CHAPTER 1 – CHAPTER 2 – CHAPTER 3 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25354" y="404665"/>
            <a:ext cx="11342769" cy="936772"/>
          </a:xfrm>
        </p:spPr>
        <p:txBody>
          <a:bodyPr lIns="0" tIns="0" rIns="0" bIns="0">
            <a:noAutofit/>
          </a:bodyPr>
          <a:lstStyle>
            <a:lvl1pPr>
              <a:defRPr sz="2400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Complete with a title here that carries your message on two lines at most for more </a:t>
            </a:r>
            <a:r>
              <a:rPr lang="en-GB" noProof="0"/>
              <a:t>readability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F0D1A3EB-B6CB-8791-B273-427226C611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863" y="1341438"/>
            <a:ext cx="5502275" cy="4895850"/>
          </a:xfrm>
        </p:spPr>
        <p:txBody>
          <a:bodyPr lIns="0" tIns="36000" rIns="0" bIns="36000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7AA2186-6393-9722-7709-04D4D067EB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65864" y="1341438"/>
            <a:ext cx="5502275" cy="4895850"/>
          </a:xfrm>
        </p:spPr>
        <p:txBody>
          <a:bodyPr lIns="0" tIns="36000" rIns="0" bIns="36000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25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content with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optitle 1">
            <a:extLst>
              <a:ext uri="{FF2B5EF4-FFF2-40B4-BE49-F238E27FC236}">
                <a16:creationId xmlns:a16="http://schemas.microsoft.com/office/drawing/2014/main" id="{FAC3B790-990D-7E1E-EF9F-7E42C783E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355" y="144313"/>
            <a:ext cx="6823170" cy="260499"/>
          </a:xfrm>
          <a:prstGeom prst="rect">
            <a:avLst/>
          </a:prstGeom>
        </p:spPr>
        <p:txBody>
          <a:bodyPr lIns="0" tIns="0" rIns="0" bIns="0" anchor="b"/>
          <a:lstStyle>
            <a:lvl1pPr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en-GB" noProof="0"/>
              <a:t>Insert a top title here - must not exceed 1 line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5355" y="404666"/>
            <a:ext cx="6823170" cy="936772"/>
          </a:xfrm>
        </p:spPr>
        <p:txBody>
          <a:bodyPr lIns="0" tIns="0" rIns="0" bIns="0">
            <a:noAutofit/>
          </a:bodyPr>
          <a:lstStyle>
            <a:lvl1pPr>
              <a:defRPr sz="2400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Complete with a title here that carries your message on two lines at most for more </a:t>
            </a:r>
            <a:r>
              <a:rPr lang="en-GB" noProof="0"/>
              <a:t>readability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159FE6-ADA0-40D4-21CD-E9E8F8E99B6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3863" y="1341438"/>
            <a:ext cx="6823075" cy="4894976"/>
          </a:xfrm>
        </p:spPr>
        <p:txBody>
          <a:bodyPr lIns="0" tIns="36000" rIns="0" bIns="36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023D9650-B46E-B22A-2227-4109F258B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899402" y="0"/>
            <a:ext cx="4292599" cy="6858000"/>
          </a:xfrm>
          <a:custGeom>
            <a:avLst/>
            <a:gdLst>
              <a:gd name="connsiteX0" fmla="*/ 704485 w 4292599"/>
              <a:gd name="connsiteY0" fmla="*/ 0 h 6858000"/>
              <a:gd name="connsiteX1" fmla="*/ 4292599 w 4292599"/>
              <a:gd name="connsiteY1" fmla="*/ 0 h 6858000"/>
              <a:gd name="connsiteX2" fmla="*/ 4292599 w 4292599"/>
              <a:gd name="connsiteY2" fmla="*/ 6858000 h 6858000"/>
              <a:gd name="connsiteX3" fmla="*/ 584306 w 4292599"/>
              <a:gd name="connsiteY3" fmla="*/ 6858000 h 6858000"/>
              <a:gd name="connsiteX4" fmla="*/ 573350 w 4292599"/>
              <a:gd name="connsiteY4" fmla="*/ 6830215 h 6858000"/>
              <a:gd name="connsiteX5" fmla="*/ 0 w 4292599"/>
              <a:gd name="connsiteY5" fmla="*/ 3581400 h 6858000"/>
              <a:gd name="connsiteX6" fmla="*/ 573350 w 4292599"/>
              <a:gd name="connsiteY6" fmla="*/ 33258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92599" h="6858000">
                <a:moveTo>
                  <a:pt x="704485" y="0"/>
                </a:moveTo>
                <a:lnTo>
                  <a:pt x="4292599" y="0"/>
                </a:lnTo>
                <a:lnTo>
                  <a:pt x="4292599" y="6858000"/>
                </a:lnTo>
                <a:lnTo>
                  <a:pt x="584306" y="6858000"/>
                </a:lnTo>
                <a:lnTo>
                  <a:pt x="573350" y="6830215"/>
                </a:lnTo>
                <a:cubicBezTo>
                  <a:pt x="202430" y="5817182"/>
                  <a:pt x="0" y="4722931"/>
                  <a:pt x="0" y="3581400"/>
                </a:cubicBezTo>
                <a:cubicBezTo>
                  <a:pt x="0" y="2439869"/>
                  <a:pt x="202430" y="1345618"/>
                  <a:pt x="573350" y="332586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>
              <a:defRPr/>
            </a:lvl1pPr>
          </a:lstStyle>
          <a:p>
            <a:r>
              <a:rPr lang="en-GB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920190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6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content with pictur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optitle 1">
            <a:extLst>
              <a:ext uri="{FF2B5EF4-FFF2-40B4-BE49-F238E27FC236}">
                <a16:creationId xmlns:a16="http://schemas.microsoft.com/office/drawing/2014/main" id="{2B79800B-FA87-9C3B-3D8E-1D09EF999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355" y="144313"/>
            <a:ext cx="7794704" cy="260499"/>
          </a:xfrm>
          <a:prstGeom prst="rect">
            <a:avLst/>
          </a:prstGeom>
        </p:spPr>
        <p:txBody>
          <a:bodyPr lIns="0" tIns="0" rIns="0" bIns="0" anchor="b"/>
          <a:lstStyle>
            <a:lvl1pPr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en-GB" noProof="0"/>
              <a:t>Insert a top title here - must not exceed 1 line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5354" y="404666"/>
            <a:ext cx="11342769" cy="936771"/>
          </a:xfrm>
        </p:spPr>
        <p:txBody>
          <a:bodyPr lIns="0" tIns="0" rIns="0" bIns="0"/>
          <a:lstStyle>
            <a:lvl1pPr>
              <a:defRPr sz="2400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Complete with a title here that carries your message on two lines at most for more </a:t>
            </a:r>
            <a:r>
              <a:rPr lang="en-GB" noProof="0"/>
              <a:t>readability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3CF1B5-100D-FD95-AA1E-3E2F48083B0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3863" y="1341438"/>
            <a:ext cx="11342769" cy="3167062"/>
          </a:xfrm>
        </p:spPr>
        <p:txBody>
          <a:bodyPr lIns="0" tIns="36000" rIns="0" bIns="36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29035D89-7B89-6229-706B-E4E52626A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4648200"/>
            <a:ext cx="12192000" cy="2209801"/>
          </a:xfrm>
          <a:custGeom>
            <a:avLst/>
            <a:gdLst>
              <a:gd name="connsiteX0" fmla="*/ 6019801 w 12192000"/>
              <a:gd name="connsiteY0" fmla="*/ 0 h 2209801"/>
              <a:gd name="connsiteX1" fmla="*/ 12022492 w 12192000"/>
              <a:gd name="connsiteY1" fmla="*/ 1226249 h 2209801"/>
              <a:gd name="connsiteX2" fmla="*/ 12192000 w 12192000"/>
              <a:gd name="connsiteY2" fmla="*/ 1327836 h 2209801"/>
              <a:gd name="connsiteX3" fmla="*/ 12192000 w 12192000"/>
              <a:gd name="connsiteY3" fmla="*/ 2209801 h 2209801"/>
              <a:gd name="connsiteX4" fmla="*/ 0 w 12192000"/>
              <a:gd name="connsiteY4" fmla="*/ 2209801 h 2209801"/>
              <a:gd name="connsiteX5" fmla="*/ 0 w 12192000"/>
              <a:gd name="connsiteY5" fmla="*/ 1236502 h 2209801"/>
              <a:gd name="connsiteX6" fmla="*/ 17108 w 12192000"/>
              <a:gd name="connsiteY6" fmla="*/ 1226249 h 2209801"/>
              <a:gd name="connsiteX7" fmla="*/ 6019801 w 12192000"/>
              <a:gd name="connsiteY7" fmla="*/ 0 h 2209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209801">
                <a:moveTo>
                  <a:pt x="6019801" y="0"/>
                </a:moveTo>
                <a:cubicBezTo>
                  <a:pt x="8518543" y="0"/>
                  <a:pt x="10721592" y="486418"/>
                  <a:pt x="12022492" y="1226249"/>
                </a:cubicBezTo>
                <a:lnTo>
                  <a:pt x="12192000" y="1327836"/>
                </a:lnTo>
                <a:lnTo>
                  <a:pt x="12192000" y="2209801"/>
                </a:lnTo>
                <a:lnTo>
                  <a:pt x="0" y="2209801"/>
                </a:lnTo>
                <a:lnTo>
                  <a:pt x="0" y="1236502"/>
                </a:lnTo>
                <a:lnTo>
                  <a:pt x="17108" y="1226249"/>
                </a:lnTo>
                <a:cubicBezTo>
                  <a:pt x="1318009" y="486418"/>
                  <a:pt x="3521057" y="0"/>
                  <a:pt x="601980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r>
              <a:rPr lang="en-GB"/>
              <a:t>Insert image</a:t>
            </a:r>
          </a:p>
        </p:txBody>
      </p:sp>
      <p:sp>
        <p:nvSpPr>
          <p:cNvPr id="3" name="Chapter placeholder 1">
            <a:extLst>
              <a:ext uri="{FF2B5EF4-FFF2-40B4-BE49-F238E27FC236}">
                <a16:creationId xmlns:a16="http://schemas.microsoft.com/office/drawing/2014/main" id="{E84B0038-5254-66D7-AB07-2F18BE47D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20074" y="144166"/>
            <a:ext cx="3548064" cy="260647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en-GB" noProof="0"/>
              <a:t>CHAPTER 1 – CHAPTER 2 – CHAPTER 3 </a:t>
            </a:r>
          </a:p>
        </p:txBody>
      </p:sp>
    </p:spTree>
    <p:extLst>
      <p:ext uri="{BB962C8B-B14F-4D97-AF65-F5344CB8AC3E}">
        <p14:creationId xmlns:p14="http://schemas.microsoft.com/office/powerpoint/2010/main" val="1844302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1 to 6 chap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4" descr="Chapter 1"/>
          <p:cNvSpPr>
            <a:spLocks noGrp="1"/>
          </p:cNvSpPr>
          <p:nvPr>
            <p:ph type="body" sz="quarter" idx="38" hasCustomPrompt="1"/>
          </p:nvPr>
        </p:nvSpPr>
        <p:spPr>
          <a:xfrm>
            <a:off x="423863" y="1341439"/>
            <a:ext cx="1329231" cy="725829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200" b="0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GB" noProof="0"/>
              <a:t>01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019238" y="1341439"/>
            <a:ext cx="7810561" cy="72582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l">
              <a:buClr>
                <a:schemeClr val="bg2"/>
              </a:buClr>
              <a:buFontTx/>
              <a:buNone/>
              <a:defRPr sz="2200" i="0" cap="none" baseline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en-GB" noProof="0"/>
              <a:t>Chapter 1</a:t>
            </a:r>
          </a:p>
        </p:txBody>
      </p:sp>
      <p:sp>
        <p:nvSpPr>
          <p:cNvPr id="30" name="Text Placeholder 8"/>
          <p:cNvSpPr>
            <a:spLocks noGrp="1"/>
          </p:cNvSpPr>
          <p:nvPr>
            <p:ph type="body" sz="quarter" idx="25" hasCustomPrompt="1"/>
          </p:nvPr>
        </p:nvSpPr>
        <p:spPr>
          <a:xfrm>
            <a:off x="10063445" y="1341439"/>
            <a:ext cx="1700834" cy="725829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l">
              <a:defRPr sz="1000" b="0" i="0" cap="none" baseline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en-GB" noProof="0"/>
              <a:t>Page x</a:t>
            </a:r>
          </a:p>
        </p:txBody>
      </p:sp>
      <p:sp>
        <p:nvSpPr>
          <p:cNvPr id="45" name="Text Placeholder 4" descr="Chapter 2"/>
          <p:cNvSpPr>
            <a:spLocks noGrp="1"/>
          </p:cNvSpPr>
          <p:nvPr>
            <p:ph type="body" sz="quarter" idx="39" hasCustomPrompt="1"/>
          </p:nvPr>
        </p:nvSpPr>
        <p:spPr>
          <a:xfrm>
            <a:off x="423863" y="2175267"/>
            <a:ext cx="1329231" cy="725829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200" b="0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GB" noProof="0"/>
              <a:t>02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2019239" y="2175267"/>
            <a:ext cx="7810561" cy="7258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2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en-GB" noProof="0"/>
              <a:t>Chapter 2</a:t>
            </a:r>
          </a:p>
        </p:txBody>
      </p:sp>
      <p:sp>
        <p:nvSpPr>
          <p:cNvPr id="35" name="Text Placeholder 8"/>
          <p:cNvSpPr>
            <a:spLocks noGrp="1"/>
          </p:cNvSpPr>
          <p:nvPr>
            <p:ph type="body" sz="quarter" idx="29" hasCustomPrompt="1"/>
          </p:nvPr>
        </p:nvSpPr>
        <p:spPr>
          <a:xfrm>
            <a:off x="10063445" y="2175267"/>
            <a:ext cx="1700834" cy="7258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Page x</a:t>
            </a:r>
          </a:p>
        </p:txBody>
      </p:sp>
      <p:sp>
        <p:nvSpPr>
          <p:cNvPr id="46" name="Text Placeholder 4" descr="Chapter 3"/>
          <p:cNvSpPr>
            <a:spLocks noGrp="1"/>
          </p:cNvSpPr>
          <p:nvPr>
            <p:ph type="body" sz="quarter" idx="40" hasCustomPrompt="1"/>
          </p:nvPr>
        </p:nvSpPr>
        <p:spPr>
          <a:xfrm>
            <a:off x="423863" y="3009097"/>
            <a:ext cx="1329231" cy="725829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200" b="0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GB" noProof="0"/>
              <a:t>03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 hasCustomPrompt="1"/>
          </p:nvPr>
        </p:nvSpPr>
        <p:spPr>
          <a:xfrm>
            <a:off x="2019239" y="3009097"/>
            <a:ext cx="7810561" cy="7258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2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en-GB" noProof="0"/>
              <a:t>Chapter 3</a:t>
            </a:r>
          </a:p>
        </p:txBody>
      </p:sp>
      <p:sp>
        <p:nvSpPr>
          <p:cNvPr id="34" name="Text Placeholder 8"/>
          <p:cNvSpPr>
            <a:spLocks noGrp="1"/>
          </p:cNvSpPr>
          <p:nvPr>
            <p:ph type="body" sz="quarter" idx="28" hasCustomPrompt="1"/>
          </p:nvPr>
        </p:nvSpPr>
        <p:spPr>
          <a:xfrm>
            <a:off x="10063445" y="3009097"/>
            <a:ext cx="1700834" cy="7258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Page x</a:t>
            </a:r>
          </a:p>
        </p:txBody>
      </p:sp>
      <p:sp>
        <p:nvSpPr>
          <p:cNvPr id="47" name="Text Placeholder 4" descr="Chapter 4"/>
          <p:cNvSpPr>
            <a:spLocks noGrp="1"/>
          </p:cNvSpPr>
          <p:nvPr>
            <p:ph type="body" sz="quarter" idx="41" hasCustomPrompt="1"/>
          </p:nvPr>
        </p:nvSpPr>
        <p:spPr>
          <a:xfrm>
            <a:off x="423863" y="3842926"/>
            <a:ext cx="1329231" cy="725829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200" b="0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GB" noProof="0"/>
              <a:t>04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2019239" y="3842926"/>
            <a:ext cx="7810561" cy="7258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2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en-GB" noProof="0"/>
              <a:t>Chapter 4</a:t>
            </a:r>
          </a:p>
        </p:txBody>
      </p:sp>
      <p:sp>
        <p:nvSpPr>
          <p:cNvPr id="33" name="Text Placeholder 8"/>
          <p:cNvSpPr>
            <a:spLocks noGrp="1"/>
          </p:cNvSpPr>
          <p:nvPr>
            <p:ph type="body" sz="quarter" idx="27" hasCustomPrompt="1"/>
          </p:nvPr>
        </p:nvSpPr>
        <p:spPr>
          <a:xfrm>
            <a:off x="10063445" y="3842926"/>
            <a:ext cx="1700834" cy="7258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Page x</a:t>
            </a:r>
          </a:p>
        </p:txBody>
      </p:sp>
      <p:sp>
        <p:nvSpPr>
          <p:cNvPr id="48" name="Text Placeholder 4" descr="Chapter 5"/>
          <p:cNvSpPr>
            <a:spLocks noGrp="1"/>
          </p:cNvSpPr>
          <p:nvPr>
            <p:ph type="body" sz="quarter" idx="42" hasCustomPrompt="1"/>
          </p:nvPr>
        </p:nvSpPr>
        <p:spPr>
          <a:xfrm>
            <a:off x="423863" y="4676755"/>
            <a:ext cx="1329231" cy="725829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200" b="0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GB" noProof="0"/>
              <a:t>05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3" hasCustomPrompt="1"/>
          </p:nvPr>
        </p:nvSpPr>
        <p:spPr>
          <a:xfrm>
            <a:off x="2019239" y="4676755"/>
            <a:ext cx="7810561" cy="7258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2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en-GB" noProof="0"/>
              <a:t>Chapter 5</a:t>
            </a:r>
          </a:p>
        </p:txBody>
      </p:sp>
      <p:sp>
        <p:nvSpPr>
          <p:cNvPr id="32" name="Text Placeholder 8"/>
          <p:cNvSpPr>
            <a:spLocks noGrp="1"/>
          </p:cNvSpPr>
          <p:nvPr>
            <p:ph type="body" sz="quarter" idx="26" hasCustomPrompt="1"/>
          </p:nvPr>
        </p:nvSpPr>
        <p:spPr>
          <a:xfrm>
            <a:off x="10063445" y="4676755"/>
            <a:ext cx="1700834" cy="7258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Page x</a:t>
            </a:r>
          </a:p>
        </p:txBody>
      </p:sp>
      <p:sp>
        <p:nvSpPr>
          <p:cNvPr id="49" name="Text Placeholder 4" descr="Chapter 6"/>
          <p:cNvSpPr>
            <a:spLocks noGrp="1"/>
          </p:cNvSpPr>
          <p:nvPr>
            <p:ph type="body" sz="quarter" idx="43" hasCustomPrompt="1"/>
          </p:nvPr>
        </p:nvSpPr>
        <p:spPr>
          <a:xfrm>
            <a:off x="423863" y="5510585"/>
            <a:ext cx="1329231" cy="725829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200" b="0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GB" noProof="0"/>
              <a:t>06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30" hasCustomPrompt="1"/>
          </p:nvPr>
        </p:nvSpPr>
        <p:spPr>
          <a:xfrm>
            <a:off x="2019239" y="5510585"/>
            <a:ext cx="7810561" cy="7258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2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en-GB" noProof="0"/>
              <a:t>Chapter 6</a:t>
            </a: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32" hasCustomPrompt="1"/>
          </p:nvPr>
        </p:nvSpPr>
        <p:spPr>
          <a:xfrm>
            <a:off x="10063445" y="5510585"/>
            <a:ext cx="1700834" cy="7258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Page 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236E38-5EBC-B8DE-F744-6D2A67268D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/>
              <a:t>AGENDA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4037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1 to 10 chap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Placeholder 4" descr="Chapter 1"/>
          <p:cNvSpPr>
            <a:spLocks noGrp="1"/>
          </p:cNvSpPr>
          <p:nvPr>
            <p:ph type="body" sz="quarter" idx="56" hasCustomPrompt="1"/>
          </p:nvPr>
        </p:nvSpPr>
        <p:spPr>
          <a:xfrm>
            <a:off x="423985" y="1341438"/>
            <a:ext cx="1329231" cy="392298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000" b="1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GB" noProof="0"/>
              <a:t>01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019239" y="1341438"/>
            <a:ext cx="7962961" cy="392298"/>
          </a:xfrm>
          <a:prstGeom prst="rect">
            <a:avLst/>
          </a:prstGeom>
        </p:spPr>
        <p:txBody>
          <a:bodyPr wrap="square" tIns="0" bIns="0" anchor="ctr">
            <a:noAutofit/>
          </a:bodyPr>
          <a:lstStyle>
            <a:lvl1pPr marL="0" indent="0" algn="l">
              <a:buClr>
                <a:schemeClr val="bg2"/>
              </a:buClr>
              <a:buFontTx/>
              <a:buNone/>
              <a:defRPr sz="2000" i="0" cap="none" baseline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en-GB" noProof="0"/>
              <a:t>Chapter 1</a:t>
            </a:r>
          </a:p>
        </p:txBody>
      </p:sp>
      <p:sp>
        <p:nvSpPr>
          <p:cNvPr id="30" name="Text Placeholder 8"/>
          <p:cNvSpPr>
            <a:spLocks noGrp="1"/>
          </p:cNvSpPr>
          <p:nvPr>
            <p:ph type="body" sz="quarter" idx="25" hasCustomPrompt="1"/>
          </p:nvPr>
        </p:nvSpPr>
        <p:spPr>
          <a:xfrm>
            <a:off x="10213096" y="1341438"/>
            <a:ext cx="1546213" cy="392298"/>
          </a:xfrm>
          <a:prstGeom prst="rect">
            <a:avLst/>
          </a:prstGeom>
        </p:spPr>
        <p:txBody>
          <a:bodyPr wrap="square" tIns="0" bIns="0" anchor="ctr">
            <a:noAutofit/>
          </a:bodyPr>
          <a:lstStyle>
            <a:lvl1pPr algn="l">
              <a:defRPr sz="1000" b="0" i="0" cap="none" baseline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en-GB" noProof="0"/>
              <a:t>Page x</a:t>
            </a:r>
          </a:p>
        </p:txBody>
      </p:sp>
      <p:sp>
        <p:nvSpPr>
          <p:cNvPr id="43" name="Text Placeholder 4" descr="Chapter 2"/>
          <p:cNvSpPr>
            <a:spLocks noGrp="1"/>
          </p:cNvSpPr>
          <p:nvPr>
            <p:ph type="body" sz="quarter" idx="57" hasCustomPrompt="1"/>
          </p:nvPr>
        </p:nvSpPr>
        <p:spPr>
          <a:xfrm>
            <a:off x="423985" y="1841736"/>
            <a:ext cx="1329231" cy="392298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000" b="1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GB" noProof="0"/>
              <a:t>02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2019239" y="1841736"/>
            <a:ext cx="7962961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en-GB" noProof="0"/>
              <a:t>Chapter 2</a:t>
            </a:r>
          </a:p>
        </p:txBody>
      </p:sp>
      <p:sp>
        <p:nvSpPr>
          <p:cNvPr id="35" name="Text Placeholder 8"/>
          <p:cNvSpPr>
            <a:spLocks noGrp="1"/>
          </p:cNvSpPr>
          <p:nvPr>
            <p:ph type="body" sz="quarter" idx="29" hasCustomPrompt="1"/>
          </p:nvPr>
        </p:nvSpPr>
        <p:spPr>
          <a:xfrm>
            <a:off x="10213095" y="1841736"/>
            <a:ext cx="1546213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Page x</a:t>
            </a:r>
          </a:p>
        </p:txBody>
      </p:sp>
      <p:sp>
        <p:nvSpPr>
          <p:cNvPr id="48" name="Text Placeholder 4" descr="Chapter 3"/>
          <p:cNvSpPr>
            <a:spLocks noGrp="1"/>
          </p:cNvSpPr>
          <p:nvPr>
            <p:ph type="body" sz="quarter" idx="58" hasCustomPrompt="1"/>
          </p:nvPr>
        </p:nvSpPr>
        <p:spPr>
          <a:xfrm>
            <a:off x="423985" y="2342033"/>
            <a:ext cx="1329231" cy="392298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000" b="1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GB" noProof="0"/>
              <a:t>03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 hasCustomPrompt="1"/>
          </p:nvPr>
        </p:nvSpPr>
        <p:spPr>
          <a:xfrm>
            <a:off x="2019239" y="2342033"/>
            <a:ext cx="7962961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en-GB" noProof="0"/>
              <a:t>Chapter 3</a:t>
            </a:r>
          </a:p>
        </p:txBody>
      </p:sp>
      <p:sp>
        <p:nvSpPr>
          <p:cNvPr id="34" name="Text Placeholder 8"/>
          <p:cNvSpPr>
            <a:spLocks noGrp="1"/>
          </p:cNvSpPr>
          <p:nvPr>
            <p:ph type="body" sz="quarter" idx="28" hasCustomPrompt="1"/>
          </p:nvPr>
        </p:nvSpPr>
        <p:spPr>
          <a:xfrm>
            <a:off x="10213095" y="2342033"/>
            <a:ext cx="1546213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Page x</a:t>
            </a:r>
          </a:p>
        </p:txBody>
      </p:sp>
      <p:sp>
        <p:nvSpPr>
          <p:cNvPr id="59" name="Text Placeholder 4" descr="Chapter 4"/>
          <p:cNvSpPr>
            <a:spLocks noGrp="1"/>
          </p:cNvSpPr>
          <p:nvPr>
            <p:ph type="body" sz="quarter" idx="59" hasCustomPrompt="1"/>
          </p:nvPr>
        </p:nvSpPr>
        <p:spPr>
          <a:xfrm>
            <a:off x="423985" y="2842331"/>
            <a:ext cx="1329231" cy="392298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000" b="1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GB" noProof="0"/>
              <a:t>04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2019239" y="2842331"/>
            <a:ext cx="7962961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en-GB" noProof="0"/>
              <a:t>Chapter 4</a:t>
            </a:r>
          </a:p>
        </p:txBody>
      </p:sp>
      <p:sp>
        <p:nvSpPr>
          <p:cNvPr id="33" name="Text Placeholder 8"/>
          <p:cNvSpPr>
            <a:spLocks noGrp="1"/>
          </p:cNvSpPr>
          <p:nvPr>
            <p:ph type="body" sz="quarter" idx="27" hasCustomPrompt="1"/>
          </p:nvPr>
        </p:nvSpPr>
        <p:spPr>
          <a:xfrm>
            <a:off x="10213095" y="2842331"/>
            <a:ext cx="1546213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Page x</a:t>
            </a:r>
          </a:p>
        </p:txBody>
      </p:sp>
      <p:sp>
        <p:nvSpPr>
          <p:cNvPr id="60" name="Text Placeholder 4" descr="Chapter 5"/>
          <p:cNvSpPr>
            <a:spLocks noGrp="1"/>
          </p:cNvSpPr>
          <p:nvPr>
            <p:ph type="body" sz="quarter" idx="60" hasCustomPrompt="1"/>
          </p:nvPr>
        </p:nvSpPr>
        <p:spPr>
          <a:xfrm>
            <a:off x="423985" y="3342629"/>
            <a:ext cx="1329231" cy="392298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000" b="1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GB" noProof="0"/>
              <a:t>05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30" hasCustomPrompt="1"/>
          </p:nvPr>
        </p:nvSpPr>
        <p:spPr>
          <a:xfrm>
            <a:off x="2019239" y="3342629"/>
            <a:ext cx="7962961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en-GB" noProof="0"/>
              <a:t>Chapter 5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32" hasCustomPrompt="1"/>
          </p:nvPr>
        </p:nvSpPr>
        <p:spPr>
          <a:xfrm>
            <a:off x="10213095" y="3342629"/>
            <a:ext cx="1546213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Page x</a:t>
            </a:r>
          </a:p>
        </p:txBody>
      </p:sp>
      <p:sp>
        <p:nvSpPr>
          <p:cNvPr id="61" name="Text Placeholder 4" descr="Chapter 6"/>
          <p:cNvSpPr>
            <a:spLocks noGrp="1"/>
          </p:cNvSpPr>
          <p:nvPr>
            <p:ph type="body" sz="quarter" idx="61" hasCustomPrompt="1"/>
          </p:nvPr>
        </p:nvSpPr>
        <p:spPr>
          <a:xfrm>
            <a:off x="423985" y="3842926"/>
            <a:ext cx="1329231" cy="392298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000" b="1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GB" noProof="0"/>
              <a:t>06</a:t>
            </a:r>
          </a:p>
        </p:txBody>
      </p:sp>
      <p:sp>
        <p:nvSpPr>
          <p:cNvPr id="25" name="Text Placeholder 8"/>
          <p:cNvSpPr>
            <a:spLocks noGrp="1"/>
          </p:cNvSpPr>
          <p:nvPr>
            <p:ph type="body" sz="quarter" idx="33" hasCustomPrompt="1"/>
          </p:nvPr>
        </p:nvSpPr>
        <p:spPr>
          <a:xfrm>
            <a:off x="2019239" y="3842926"/>
            <a:ext cx="7962961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en-GB" noProof="0"/>
              <a:t>Chapter 6</a:t>
            </a:r>
          </a:p>
        </p:txBody>
      </p:sp>
      <p:sp>
        <p:nvSpPr>
          <p:cNvPr id="31" name="Text Placeholder 8"/>
          <p:cNvSpPr>
            <a:spLocks noGrp="1"/>
          </p:cNvSpPr>
          <p:nvPr>
            <p:ph type="body" sz="quarter" idx="38" hasCustomPrompt="1"/>
          </p:nvPr>
        </p:nvSpPr>
        <p:spPr>
          <a:xfrm>
            <a:off x="10213095" y="3842926"/>
            <a:ext cx="1546213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Page x</a:t>
            </a:r>
          </a:p>
        </p:txBody>
      </p:sp>
      <p:sp>
        <p:nvSpPr>
          <p:cNvPr id="62" name="Text Placeholder 4" descr="Chapter 7"/>
          <p:cNvSpPr>
            <a:spLocks noGrp="1"/>
          </p:cNvSpPr>
          <p:nvPr>
            <p:ph type="body" sz="quarter" idx="62" hasCustomPrompt="1"/>
          </p:nvPr>
        </p:nvSpPr>
        <p:spPr>
          <a:xfrm>
            <a:off x="423985" y="4343224"/>
            <a:ext cx="1329231" cy="392298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000" b="1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GB" noProof="0"/>
              <a:t>07</a:t>
            </a:r>
          </a:p>
        </p:txBody>
      </p:sp>
      <p:sp>
        <p:nvSpPr>
          <p:cNvPr id="27" name="Text Placeholder 8"/>
          <p:cNvSpPr>
            <a:spLocks noGrp="1"/>
          </p:cNvSpPr>
          <p:nvPr>
            <p:ph type="body" sz="quarter" idx="35" hasCustomPrompt="1"/>
          </p:nvPr>
        </p:nvSpPr>
        <p:spPr>
          <a:xfrm>
            <a:off x="2019239" y="4343224"/>
            <a:ext cx="7962961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en-GB" noProof="0"/>
              <a:t>Chapter 7</a:t>
            </a:r>
          </a:p>
        </p:txBody>
      </p:sp>
      <p:sp>
        <p:nvSpPr>
          <p:cNvPr id="29" name="Text Placeholder 8"/>
          <p:cNvSpPr>
            <a:spLocks noGrp="1"/>
          </p:cNvSpPr>
          <p:nvPr>
            <p:ph type="body" sz="quarter" idx="37" hasCustomPrompt="1"/>
          </p:nvPr>
        </p:nvSpPr>
        <p:spPr>
          <a:xfrm>
            <a:off x="10213095" y="4343224"/>
            <a:ext cx="1546213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Page x</a:t>
            </a:r>
          </a:p>
        </p:txBody>
      </p:sp>
      <p:sp>
        <p:nvSpPr>
          <p:cNvPr id="63" name="Text Placeholder 4" descr="Chapter 8"/>
          <p:cNvSpPr>
            <a:spLocks noGrp="1"/>
          </p:cNvSpPr>
          <p:nvPr>
            <p:ph type="body" sz="quarter" idx="63" hasCustomPrompt="1"/>
          </p:nvPr>
        </p:nvSpPr>
        <p:spPr>
          <a:xfrm>
            <a:off x="423985" y="4843521"/>
            <a:ext cx="1329231" cy="392298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000" b="1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GB" noProof="0"/>
              <a:t>08</a:t>
            </a:r>
          </a:p>
        </p:txBody>
      </p:sp>
      <p:sp>
        <p:nvSpPr>
          <p:cNvPr id="39" name="Text Placeholder 8"/>
          <p:cNvSpPr>
            <a:spLocks noGrp="1"/>
          </p:cNvSpPr>
          <p:nvPr>
            <p:ph type="body" sz="quarter" idx="39" hasCustomPrompt="1"/>
          </p:nvPr>
        </p:nvSpPr>
        <p:spPr>
          <a:xfrm>
            <a:off x="2019239" y="4843521"/>
            <a:ext cx="7962961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en-GB" noProof="0"/>
              <a:t>Chapter 8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41" hasCustomPrompt="1"/>
          </p:nvPr>
        </p:nvSpPr>
        <p:spPr>
          <a:xfrm>
            <a:off x="10213095" y="4843521"/>
            <a:ext cx="1546213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Page x</a:t>
            </a:r>
          </a:p>
        </p:txBody>
      </p:sp>
      <p:sp>
        <p:nvSpPr>
          <p:cNvPr id="64" name="Text Placeholder 4" descr="Chapter 9"/>
          <p:cNvSpPr>
            <a:spLocks noGrp="1"/>
          </p:cNvSpPr>
          <p:nvPr>
            <p:ph type="body" sz="quarter" idx="64" hasCustomPrompt="1"/>
          </p:nvPr>
        </p:nvSpPr>
        <p:spPr>
          <a:xfrm>
            <a:off x="423985" y="5343819"/>
            <a:ext cx="1329231" cy="392298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000" b="1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GB" noProof="0"/>
              <a:t>09</a:t>
            </a:r>
          </a:p>
        </p:txBody>
      </p:sp>
      <p:sp>
        <p:nvSpPr>
          <p:cNvPr id="42" name="Text Placeholder 8"/>
          <p:cNvSpPr>
            <a:spLocks noGrp="1"/>
          </p:cNvSpPr>
          <p:nvPr>
            <p:ph type="body" sz="quarter" idx="42" hasCustomPrompt="1"/>
          </p:nvPr>
        </p:nvSpPr>
        <p:spPr>
          <a:xfrm>
            <a:off x="2019239" y="5343819"/>
            <a:ext cx="7962961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en-GB" noProof="0"/>
              <a:t>Chapter 9</a:t>
            </a:r>
          </a:p>
        </p:txBody>
      </p:sp>
      <p:sp>
        <p:nvSpPr>
          <p:cNvPr id="44" name="Text Placeholder 8"/>
          <p:cNvSpPr>
            <a:spLocks noGrp="1"/>
          </p:cNvSpPr>
          <p:nvPr>
            <p:ph type="body" sz="quarter" idx="44" hasCustomPrompt="1"/>
          </p:nvPr>
        </p:nvSpPr>
        <p:spPr>
          <a:xfrm>
            <a:off x="10213095" y="5343819"/>
            <a:ext cx="1546213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Page x</a:t>
            </a:r>
          </a:p>
        </p:txBody>
      </p:sp>
      <p:sp>
        <p:nvSpPr>
          <p:cNvPr id="65" name="Text Placeholder 4" descr="Chapter 10"/>
          <p:cNvSpPr>
            <a:spLocks noGrp="1"/>
          </p:cNvSpPr>
          <p:nvPr>
            <p:ph type="body" sz="quarter" idx="65" hasCustomPrompt="1"/>
          </p:nvPr>
        </p:nvSpPr>
        <p:spPr>
          <a:xfrm>
            <a:off x="423985" y="5844116"/>
            <a:ext cx="1329231" cy="392298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000" b="1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GB" noProof="0"/>
              <a:t>10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3" hasCustomPrompt="1"/>
          </p:nvPr>
        </p:nvSpPr>
        <p:spPr>
          <a:xfrm>
            <a:off x="2019239" y="5844116"/>
            <a:ext cx="7962961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en-GB" noProof="0"/>
              <a:t>Chapter 10</a:t>
            </a:r>
          </a:p>
        </p:txBody>
      </p:sp>
      <p:sp>
        <p:nvSpPr>
          <p:cNvPr id="32" name="Text Placeholder 8"/>
          <p:cNvSpPr>
            <a:spLocks noGrp="1"/>
          </p:cNvSpPr>
          <p:nvPr>
            <p:ph type="body" sz="quarter" idx="26" hasCustomPrompt="1"/>
          </p:nvPr>
        </p:nvSpPr>
        <p:spPr>
          <a:xfrm>
            <a:off x="10213095" y="5844116"/>
            <a:ext cx="1546213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Page 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5B47C4-F2C3-EE7D-17FA-2B6721573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4" y="404664"/>
            <a:ext cx="11342769" cy="93677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AGENDA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034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gradi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FB919E34-A1C7-6BE5-FBE3-7C590F12DEE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423862" y="1351478"/>
            <a:ext cx="5443538" cy="1219200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None/>
              <a:defRPr sz="8800" b="0" i="0">
                <a:solidFill>
                  <a:schemeClr val="bg2">
                    <a:lumMod val="100000"/>
                  </a:schemeClr>
                </a:solidFill>
                <a:latin typeface="+mn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GB" noProof="0"/>
              <a:t>1.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5D24991-9593-6011-4D88-250D013FC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6600825" y="0"/>
            <a:ext cx="5591175" cy="6858000"/>
          </a:xfrm>
          <a:custGeom>
            <a:avLst/>
            <a:gdLst>
              <a:gd name="connsiteX0" fmla="*/ 705085 w 5591175"/>
              <a:gd name="connsiteY0" fmla="*/ 0 h 6858000"/>
              <a:gd name="connsiteX1" fmla="*/ 5591175 w 5591175"/>
              <a:gd name="connsiteY1" fmla="*/ 0 h 6858000"/>
              <a:gd name="connsiteX2" fmla="*/ 5591175 w 5591175"/>
              <a:gd name="connsiteY2" fmla="*/ 6858000 h 6858000"/>
              <a:gd name="connsiteX3" fmla="*/ 622198 w 5591175"/>
              <a:gd name="connsiteY3" fmla="*/ 6858000 h 6858000"/>
              <a:gd name="connsiteX4" fmla="*/ 557757 w 5591175"/>
              <a:gd name="connsiteY4" fmla="*/ 6694566 h 6858000"/>
              <a:gd name="connsiteX5" fmla="*/ 0 w 5591175"/>
              <a:gd name="connsiteY5" fmla="*/ 3534111 h 6858000"/>
              <a:gd name="connsiteX6" fmla="*/ 557757 w 5591175"/>
              <a:gd name="connsiteY6" fmla="*/ 37365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91175" h="6858000">
                <a:moveTo>
                  <a:pt x="705085" y="0"/>
                </a:moveTo>
                <a:lnTo>
                  <a:pt x="5591175" y="0"/>
                </a:lnTo>
                <a:lnTo>
                  <a:pt x="5591175" y="6858000"/>
                </a:lnTo>
                <a:lnTo>
                  <a:pt x="622198" y="6858000"/>
                </a:lnTo>
                <a:lnTo>
                  <a:pt x="557757" y="6694566"/>
                </a:lnTo>
                <a:cubicBezTo>
                  <a:pt x="196925" y="5709086"/>
                  <a:pt x="0" y="4644596"/>
                  <a:pt x="0" y="3534111"/>
                </a:cubicBezTo>
                <a:cubicBezTo>
                  <a:pt x="0" y="2423627"/>
                  <a:pt x="196925" y="1359136"/>
                  <a:pt x="557757" y="373656"/>
                </a:cubicBezTo>
                <a:close/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bg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2"/>
              </a:solidFill>
              <a:ea typeface="+mj-ea"/>
              <a:cs typeface="+mj-cs"/>
            </a:endParaRPr>
          </a:p>
        </p:txBody>
      </p:sp>
      <p:grpSp>
        <p:nvGrpSpPr>
          <p:cNvPr id="20" name="Strokes">
            <a:extLst>
              <a:ext uri="{FF2B5EF4-FFF2-40B4-BE49-F238E27FC236}">
                <a16:creationId xmlns:a16="http://schemas.microsoft.com/office/drawing/2014/main" id="{0B58CFC9-C855-8C8C-2C84-41B14641E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448800" y="-38315"/>
            <a:ext cx="1665950" cy="6935067"/>
            <a:chOff x="5268685" y="-38315"/>
            <a:chExt cx="1665950" cy="6935067"/>
          </a:xfrm>
        </p:grpSpPr>
        <p:sp>
          <p:nvSpPr>
            <p:cNvPr id="18" name="Graphic 2">
              <a:extLst>
                <a:ext uri="{FF2B5EF4-FFF2-40B4-BE49-F238E27FC236}">
                  <a16:creationId xmlns:a16="http://schemas.microsoft.com/office/drawing/2014/main" id="{22505BBA-9534-53A1-8A03-39AB2B1A10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268685" y="-19374"/>
              <a:ext cx="1196776" cy="6915472"/>
            </a:xfrm>
            <a:custGeom>
              <a:avLst/>
              <a:gdLst>
                <a:gd name="connsiteX0" fmla="*/ 53775 w 1196776"/>
                <a:gd name="connsiteY0" fmla="*/ 0 h 6915472"/>
                <a:gd name="connsiteX1" fmla="*/ 1196776 w 1196776"/>
                <a:gd name="connsiteY1" fmla="*/ 6915473 h 6915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6776" h="6915472">
                  <a:moveTo>
                    <a:pt x="53775" y="0"/>
                  </a:moveTo>
                  <a:cubicBezTo>
                    <a:pt x="53775" y="0"/>
                    <a:pt x="-376429" y="3291621"/>
                    <a:pt x="1196776" y="6915473"/>
                  </a:cubicBezTo>
                </a:path>
              </a:pathLst>
            </a:custGeom>
            <a:noFill/>
            <a:ln w="28575" cap="flat" cmpd="sng" algn="ctr">
              <a:solidFill>
                <a:schemeClr val="tx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Graphic 1">
              <a:extLst>
                <a:ext uri="{FF2B5EF4-FFF2-40B4-BE49-F238E27FC236}">
                  <a16:creationId xmlns:a16="http://schemas.microsoft.com/office/drawing/2014/main" id="{DB4214DF-70DF-B49D-4AC2-1DC59C982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42443" y="-38315"/>
              <a:ext cx="1492192" cy="6935067"/>
            </a:xfrm>
            <a:custGeom>
              <a:avLst/>
              <a:gdLst>
                <a:gd name="connsiteX0" fmla="*/ 1492192 w 1492192"/>
                <a:gd name="connsiteY0" fmla="*/ 0 h 6935067"/>
                <a:gd name="connsiteX1" fmla="*/ 13911 w 1492192"/>
                <a:gd name="connsiteY1" fmla="*/ 6935067 h 6935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92192" h="6935067">
                  <a:moveTo>
                    <a:pt x="1492192" y="0"/>
                  </a:moveTo>
                  <a:cubicBezTo>
                    <a:pt x="1492192" y="0"/>
                    <a:pt x="-167881" y="2988780"/>
                    <a:pt x="13911" y="6935067"/>
                  </a:cubicBezTo>
                </a:path>
              </a:pathLst>
            </a:custGeom>
            <a:noFill/>
            <a:ln w="28575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E1836B4-830D-5B1B-BD6F-E2169BA9C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5" y="2570677"/>
            <a:ext cx="5443538" cy="1219199"/>
          </a:xfrm>
        </p:spPr>
        <p:txBody>
          <a:bodyPr/>
          <a:lstStyle>
            <a:lvl1pPr>
              <a:defRPr sz="3600">
                <a:latin typeface="+mn-lt"/>
              </a:defRPr>
            </a:lvl1pPr>
          </a:lstStyle>
          <a:p>
            <a:pPr lvl="0"/>
            <a:r>
              <a:rPr lang="en-GB" noProof="0"/>
              <a:t>Chapter</a:t>
            </a:r>
            <a:br>
              <a:rPr lang="en-GB" noProof="0"/>
            </a:br>
            <a:r>
              <a:rPr lang="en-GB" noProof="0"/>
              <a:t>divider</a:t>
            </a:r>
          </a:p>
        </p:txBody>
      </p:sp>
    </p:spTree>
    <p:extLst>
      <p:ext uri="{BB962C8B-B14F-4D97-AF65-F5344CB8AC3E}">
        <p14:creationId xmlns:p14="http://schemas.microsoft.com/office/powerpoint/2010/main" val="60883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vibra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/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423862" y="1351478"/>
            <a:ext cx="5443538" cy="1219200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None/>
              <a:defRPr sz="8800" b="0" i="0">
                <a:solidFill>
                  <a:schemeClr val="bg2">
                    <a:lumMod val="100000"/>
                  </a:schemeClr>
                </a:solidFill>
                <a:latin typeface="+mn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GB" noProof="0"/>
              <a:t>1.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1CDD358-1B24-A515-51A2-F0CEB125A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6600825" y="0"/>
            <a:ext cx="5591175" cy="6858000"/>
          </a:xfrm>
          <a:custGeom>
            <a:avLst/>
            <a:gdLst>
              <a:gd name="connsiteX0" fmla="*/ 705085 w 5591175"/>
              <a:gd name="connsiteY0" fmla="*/ 0 h 6858000"/>
              <a:gd name="connsiteX1" fmla="*/ 5591175 w 5591175"/>
              <a:gd name="connsiteY1" fmla="*/ 0 h 6858000"/>
              <a:gd name="connsiteX2" fmla="*/ 5591175 w 5591175"/>
              <a:gd name="connsiteY2" fmla="*/ 6858000 h 6858000"/>
              <a:gd name="connsiteX3" fmla="*/ 622198 w 5591175"/>
              <a:gd name="connsiteY3" fmla="*/ 6858000 h 6858000"/>
              <a:gd name="connsiteX4" fmla="*/ 557757 w 5591175"/>
              <a:gd name="connsiteY4" fmla="*/ 6694566 h 6858000"/>
              <a:gd name="connsiteX5" fmla="*/ 0 w 5591175"/>
              <a:gd name="connsiteY5" fmla="*/ 3534111 h 6858000"/>
              <a:gd name="connsiteX6" fmla="*/ 557757 w 5591175"/>
              <a:gd name="connsiteY6" fmla="*/ 37365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91175" h="6858000">
                <a:moveTo>
                  <a:pt x="705085" y="0"/>
                </a:moveTo>
                <a:lnTo>
                  <a:pt x="5591175" y="0"/>
                </a:lnTo>
                <a:lnTo>
                  <a:pt x="5591175" y="6858000"/>
                </a:lnTo>
                <a:lnTo>
                  <a:pt x="622198" y="6858000"/>
                </a:lnTo>
                <a:lnTo>
                  <a:pt x="557757" y="6694566"/>
                </a:lnTo>
                <a:cubicBezTo>
                  <a:pt x="196925" y="5709086"/>
                  <a:pt x="0" y="4644596"/>
                  <a:pt x="0" y="3534111"/>
                </a:cubicBezTo>
                <a:cubicBezTo>
                  <a:pt x="0" y="2423627"/>
                  <a:pt x="196925" y="1359136"/>
                  <a:pt x="557757" y="373656"/>
                </a:cubicBezTo>
                <a:close/>
              </a:path>
            </a:pathLst>
          </a:custGeom>
          <a:solidFill>
            <a:schemeClr val="bg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2"/>
              </a:solidFill>
              <a:ea typeface="+mj-ea"/>
              <a:cs typeface="+mj-cs"/>
            </a:endParaRPr>
          </a:p>
        </p:txBody>
      </p:sp>
      <p:grpSp>
        <p:nvGrpSpPr>
          <p:cNvPr id="20" name="Strokes">
            <a:extLst>
              <a:ext uri="{FF2B5EF4-FFF2-40B4-BE49-F238E27FC236}">
                <a16:creationId xmlns:a16="http://schemas.microsoft.com/office/drawing/2014/main" id="{0B58CFC9-C855-8C8C-2C84-41B14641E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448800" y="-38315"/>
            <a:ext cx="1665950" cy="6935067"/>
            <a:chOff x="5268685" y="-38315"/>
            <a:chExt cx="1665950" cy="6935067"/>
          </a:xfrm>
        </p:grpSpPr>
        <p:sp>
          <p:nvSpPr>
            <p:cNvPr id="18" name="Graphic 2">
              <a:extLst>
                <a:ext uri="{FF2B5EF4-FFF2-40B4-BE49-F238E27FC236}">
                  <a16:creationId xmlns:a16="http://schemas.microsoft.com/office/drawing/2014/main" id="{22505BBA-9534-53A1-8A03-39AB2B1A10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268685" y="-19374"/>
              <a:ext cx="1196776" cy="6915472"/>
            </a:xfrm>
            <a:custGeom>
              <a:avLst/>
              <a:gdLst>
                <a:gd name="connsiteX0" fmla="*/ 53775 w 1196776"/>
                <a:gd name="connsiteY0" fmla="*/ 0 h 6915472"/>
                <a:gd name="connsiteX1" fmla="*/ 1196776 w 1196776"/>
                <a:gd name="connsiteY1" fmla="*/ 6915473 h 6915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6776" h="6915472">
                  <a:moveTo>
                    <a:pt x="53775" y="0"/>
                  </a:moveTo>
                  <a:cubicBezTo>
                    <a:pt x="53775" y="0"/>
                    <a:pt x="-376429" y="3291621"/>
                    <a:pt x="1196776" y="6915473"/>
                  </a:cubicBezTo>
                </a:path>
              </a:pathLst>
            </a:custGeom>
            <a:noFill/>
            <a:ln w="28575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Graphic 1">
              <a:extLst>
                <a:ext uri="{FF2B5EF4-FFF2-40B4-BE49-F238E27FC236}">
                  <a16:creationId xmlns:a16="http://schemas.microsoft.com/office/drawing/2014/main" id="{DB4214DF-70DF-B49D-4AC2-1DC59C982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42443" y="-38315"/>
              <a:ext cx="1492192" cy="6935067"/>
            </a:xfrm>
            <a:custGeom>
              <a:avLst/>
              <a:gdLst>
                <a:gd name="connsiteX0" fmla="*/ 1492192 w 1492192"/>
                <a:gd name="connsiteY0" fmla="*/ 0 h 6935067"/>
                <a:gd name="connsiteX1" fmla="*/ 13911 w 1492192"/>
                <a:gd name="connsiteY1" fmla="*/ 6935067 h 6935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92192" h="6935067">
                  <a:moveTo>
                    <a:pt x="1492192" y="0"/>
                  </a:moveTo>
                  <a:cubicBezTo>
                    <a:pt x="1492192" y="0"/>
                    <a:pt x="-167881" y="2988780"/>
                    <a:pt x="13911" y="6935067"/>
                  </a:cubicBezTo>
                </a:path>
              </a:pathLst>
            </a:custGeom>
            <a:noFill/>
            <a:ln w="28575" cap="flat" cmpd="sng" algn="ctr">
              <a:solidFill>
                <a:schemeClr val="bg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78A0290B-3051-1D42-DD53-7F86983E1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5" y="2570677"/>
            <a:ext cx="5443538" cy="1219199"/>
          </a:xfrm>
        </p:spPr>
        <p:txBody>
          <a:bodyPr/>
          <a:lstStyle>
            <a:lvl1pPr>
              <a:defRPr sz="3600">
                <a:latin typeface="+mn-lt"/>
              </a:defRPr>
            </a:lvl1pPr>
          </a:lstStyle>
          <a:p>
            <a:pPr lvl="0"/>
            <a:r>
              <a:rPr lang="en-GB" noProof="0"/>
              <a:t>Chapter</a:t>
            </a:r>
            <a:br>
              <a:rPr lang="en-GB" noProof="0"/>
            </a:br>
            <a:r>
              <a:rPr lang="en-GB" noProof="0"/>
              <a:t>divider</a:t>
            </a:r>
          </a:p>
        </p:txBody>
      </p:sp>
    </p:spTree>
    <p:extLst>
      <p:ext uri="{BB962C8B-B14F-4D97-AF65-F5344CB8AC3E}">
        <p14:creationId xmlns:p14="http://schemas.microsoft.com/office/powerpoint/2010/main" val="28516281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eep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/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423862" y="1351478"/>
            <a:ext cx="5443538" cy="1219200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None/>
              <a:defRPr sz="8800" b="0" i="0">
                <a:solidFill>
                  <a:schemeClr val="bg2">
                    <a:lumMod val="100000"/>
                  </a:schemeClr>
                </a:solidFill>
                <a:latin typeface="+mn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GB" noProof="0"/>
              <a:t>1.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3FC7270-1DEF-7AE3-DFB3-5C02ABBD4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6600825" y="0"/>
            <a:ext cx="5591175" cy="6858000"/>
          </a:xfrm>
          <a:custGeom>
            <a:avLst/>
            <a:gdLst>
              <a:gd name="connsiteX0" fmla="*/ 705085 w 5591175"/>
              <a:gd name="connsiteY0" fmla="*/ 0 h 6858000"/>
              <a:gd name="connsiteX1" fmla="*/ 5591175 w 5591175"/>
              <a:gd name="connsiteY1" fmla="*/ 0 h 6858000"/>
              <a:gd name="connsiteX2" fmla="*/ 5591175 w 5591175"/>
              <a:gd name="connsiteY2" fmla="*/ 6858000 h 6858000"/>
              <a:gd name="connsiteX3" fmla="*/ 622198 w 5591175"/>
              <a:gd name="connsiteY3" fmla="*/ 6858000 h 6858000"/>
              <a:gd name="connsiteX4" fmla="*/ 557757 w 5591175"/>
              <a:gd name="connsiteY4" fmla="*/ 6694566 h 6858000"/>
              <a:gd name="connsiteX5" fmla="*/ 0 w 5591175"/>
              <a:gd name="connsiteY5" fmla="*/ 3534111 h 6858000"/>
              <a:gd name="connsiteX6" fmla="*/ 557757 w 5591175"/>
              <a:gd name="connsiteY6" fmla="*/ 37365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91175" h="6858000">
                <a:moveTo>
                  <a:pt x="705085" y="0"/>
                </a:moveTo>
                <a:lnTo>
                  <a:pt x="5591175" y="0"/>
                </a:lnTo>
                <a:lnTo>
                  <a:pt x="5591175" y="6858000"/>
                </a:lnTo>
                <a:lnTo>
                  <a:pt x="622198" y="6858000"/>
                </a:lnTo>
                <a:lnTo>
                  <a:pt x="557757" y="6694566"/>
                </a:lnTo>
                <a:cubicBezTo>
                  <a:pt x="196925" y="5709086"/>
                  <a:pt x="0" y="4644596"/>
                  <a:pt x="0" y="3534111"/>
                </a:cubicBezTo>
                <a:cubicBezTo>
                  <a:pt x="0" y="2423627"/>
                  <a:pt x="196925" y="1359136"/>
                  <a:pt x="557757" y="373656"/>
                </a:cubicBezTo>
                <a:close/>
              </a:path>
            </a:pathLst>
          </a:custGeom>
          <a:solidFill>
            <a:schemeClr val="accent3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2"/>
              </a:solidFill>
              <a:ea typeface="+mj-ea"/>
              <a:cs typeface="+mj-cs"/>
            </a:endParaRPr>
          </a:p>
        </p:txBody>
      </p:sp>
      <p:grpSp>
        <p:nvGrpSpPr>
          <p:cNvPr id="20" name="Strokes">
            <a:extLst>
              <a:ext uri="{FF2B5EF4-FFF2-40B4-BE49-F238E27FC236}">
                <a16:creationId xmlns:a16="http://schemas.microsoft.com/office/drawing/2014/main" id="{0B58CFC9-C855-8C8C-2C84-41B14641E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448800" y="-38315"/>
            <a:ext cx="1665950" cy="6935067"/>
            <a:chOff x="5268685" y="-38315"/>
            <a:chExt cx="1665950" cy="6935067"/>
          </a:xfrm>
        </p:grpSpPr>
        <p:sp>
          <p:nvSpPr>
            <p:cNvPr id="18" name="Graphic 2">
              <a:extLst>
                <a:ext uri="{FF2B5EF4-FFF2-40B4-BE49-F238E27FC236}">
                  <a16:creationId xmlns:a16="http://schemas.microsoft.com/office/drawing/2014/main" id="{22505BBA-9534-53A1-8A03-39AB2B1A10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268685" y="-19374"/>
              <a:ext cx="1196776" cy="6915472"/>
            </a:xfrm>
            <a:custGeom>
              <a:avLst/>
              <a:gdLst>
                <a:gd name="connsiteX0" fmla="*/ 53775 w 1196776"/>
                <a:gd name="connsiteY0" fmla="*/ 0 h 6915472"/>
                <a:gd name="connsiteX1" fmla="*/ 1196776 w 1196776"/>
                <a:gd name="connsiteY1" fmla="*/ 6915473 h 6915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6776" h="6915472">
                  <a:moveTo>
                    <a:pt x="53775" y="0"/>
                  </a:moveTo>
                  <a:cubicBezTo>
                    <a:pt x="53775" y="0"/>
                    <a:pt x="-376429" y="3291621"/>
                    <a:pt x="1196776" y="6915473"/>
                  </a:cubicBezTo>
                </a:path>
              </a:pathLst>
            </a:custGeom>
            <a:noFill/>
            <a:ln w="28575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Graphic 1">
              <a:extLst>
                <a:ext uri="{FF2B5EF4-FFF2-40B4-BE49-F238E27FC236}">
                  <a16:creationId xmlns:a16="http://schemas.microsoft.com/office/drawing/2014/main" id="{DB4214DF-70DF-B49D-4AC2-1DC59C982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42443" y="-38315"/>
              <a:ext cx="1492192" cy="6935067"/>
            </a:xfrm>
            <a:custGeom>
              <a:avLst/>
              <a:gdLst>
                <a:gd name="connsiteX0" fmla="*/ 1492192 w 1492192"/>
                <a:gd name="connsiteY0" fmla="*/ 0 h 6935067"/>
                <a:gd name="connsiteX1" fmla="*/ 13911 w 1492192"/>
                <a:gd name="connsiteY1" fmla="*/ 6935067 h 6935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92192" h="6935067">
                  <a:moveTo>
                    <a:pt x="1492192" y="0"/>
                  </a:moveTo>
                  <a:cubicBezTo>
                    <a:pt x="1492192" y="0"/>
                    <a:pt x="-167881" y="2988780"/>
                    <a:pt x="13911" y="6935067"/>
                  </a:cubicBezTo>
                </a:path>
              </a:pathLst>
            </a:custGeom>
            <a:noFill/>
            <a:ln w="28575" cap="flat" cmpd="sng" algn="ctr">
              <a:solidFill>
                <a:schemeClr val="bg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348DA029-BA70-021C-A4EF-12082A2D5F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5" y="2570678"/>
            <a:ext cx="5443538" cy="1219200"/>
          </a:xfrm>
        </p:spPr>
        <p:txBody>
          <a:bodyPr/>
          <a:lstStyle>
            <a:lvl1pPr>
              <a:defRPr sz="3600">
                <a:latin typeface="+mn-lt"/>
              </a:defRPr>
            </a:lvl1pPr>
          </a:lstStyle>
          <a:p>
            <a:pPr lvl="0"/>
            <a:r>
              <a:rPr lang="en-GB" noProof="0"/>
              <a:t>Chapter</a:t>
            </a:r>
            <a:br>
              <a:rPr lang="en-GB" noProof="0"/>
            </a:br>
            <a:r>
              <a:rPr lang="en-GB" noProof="0"/>
              <a:t>divider</a:t>
            </a:r>
          </a:p>
        </p:txBody>
      </p:sp>
    </p:spTree>
    <p:extLst>
      <p:ext uri="{BB962C8B-B14F-4D97-AF65-F5344CB8AC3E}">
        <p14:creationId xmlns:p14="http://schemas.microsoft.com/office/powerpoint/2010/main" val="1570767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8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whit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/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423862" y="1344719"/>
            <a:ext cx="5443538" cy="1219200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None/>
              <a:defRPr sz="8800" b="0" i="0">
                <a:solidFill>
                  <a:schemeClr val="bg2">
                    <a:lumMod val="100000"/>
                  </a:schemeClr>
                </a:solidFill>
                <a:latin typeface="+mn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GB" noProof="0"/>
              <a:t>1.</a:t>
            </a:r>
          </a:p>
        </p:txBody>
      </p:sp>
      <p:sp>
        <p:nvSpPr>
          <p:cNvPr id="24" name="Picture placeholder">
            <a:extLst>
              <a:ext uri="{FF2B5EF4-FFF2-40B4-BE49-F238E27FC236}">
                <a16:creationId xmlns:a16="http://schemas.microsoft.com/office/drawing/2014/main" id="{262EFC9A-FD0B-AFEC-332F-B9C4A3A4E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7603094" y="0"/>
            <a:ext cx="4590494" cy="6858000"/>
          </a:xfrm>
          <a:custGeom>
            <a:avLst/>
            <a:gdLst>
              <a:gd name="connsiteX0" fmla="*/ 1589671 w 4590494"/>
              <a:gd name="connsiteY0" fmla="*/ 0 h 6858000"/>
              <a:gd name="connsiteX1" fmla="*/ 4590494 w 4590494"/>
              <a:gd name="connsiteY1" fmla="*/ 0 h 6858000"/>
              <a:gd name="connsiteX2" fmla="*/ 4590494 w 4590494"/>
              <a:gd name="connsiteY2" fmla="*/ 6858000 h 6858000"/>
              <a:gd name="connsiteX3" fmla="*/ 1589671 w 4590494"/>
              <a:gd name="connsiteY3" fmla="*/ 6858000 h 6858000"/>
              <a:gd name="connsiteX4" fmla="*/ 1472926 w 4590494"/>
              <a:gd name="connsiteY4" fmla="*/ 6756873 h 6858000"/>
              <a:gd name="connsiteX5" fmla="*/ 0 w 4590494"/>
              <a:gd name="connsiteY5" fmla="*/ 3429000 h 6858000"/>
              <a:gd name="connsiteX6" fmla="*/ 1472926 w 4590494"/>
              <a:gd name="connsiteY6" fmla="*/ 1011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90494" h="6858000">
                <a:moveTo>
                  <a:pt x="1589671" y="0"/>
                </a:moveTo>
                <a:lnTo>
                  <a:pt x="4590494" y="0"/>
                </a:lnTo>
                <a:lnTo>
                  <a:pt x="4590494" y="6858000"/>
                </a:lnTo>
                <a:lnTo>
                  <a:pt x="1589671" y="6858000"/>
                </a:lnTo>
                <a:lnTo>
                  <a:pt x="1472926" y="6756873"/>
                </a:lnTo>
                <a:cubicBezTo>
                  <a:pt x="568077" y="5934466"/>
                  <a:pt x="0" y="4748074"/>
                  <a:pt x="0" y="3429000"/>
                </a:cubicBezTo>
                <a:cubicBezTo>
                  <a:pt x="0" y="2109927"/>
                  <a:pt x="568077" y="923534"/>
                  <a:pt x="1472926" y="101127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>
              <a:defRPr/>
            </a:lvl1pPr>
          </a:lstStyle>
          <a:p>
            <a:r>
              <a:rPr lang="en-GB"/>
              <a:t>Insert image</a:t>
            </a:r>
          </a:p>
        </p:txBody>
      </p:sp>
      <p:grpSp>
        <p:nvGrpSpPr>
          <p:cNvPr id="14" name="Strokes">
            <a:extLst>
              <a:ext uri="{FF2B5EF4-FFF2-40B4-BE49-F238E27FC236}">
                <a16:creationId xmlns:a16="http://schemas.microsoft.com/office/drawing/2014/main" id="{601CE935-C356-500C-F5A7-58C9E3487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3454940"/>
            <a:ext cx="12192863" cy="3429232"/>
            <a:chOff x="0" y="1716074"/>
            <a:chExt cx="12192863" cy="3429232"/>
          </a:xfrm>
        </p:grpSpPr>
        <p:sp>
          <p:nvSpPr>
            <p:cNvPr id="12" name="Graphic 2">
              <a:extLst>
                <a:ext uri="{FF2B5EF4-FFF2-40B4-BE49-F238E27FC236}">
                  <a16:creationId xmlns:a16="http://schemas.microsoft.com/office/drawing/2014/main" id="{0DC83FE4-0D2A-A00F-80EE-8F10E86B8B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1716074"/>
              <a:ext cx="12192863" cy="2183025"/>
            </a:xfrm>
            <a:custGeom>
              <a:avLst/>
              <a:gdLst>
                <a:gd name="connsiteX0" fmla="*/ 0 w 12192863"/>
                <a:gd name="connsiteY0" fmla="*/ 1435691 h 2183025"/>
                <a:gd name="connsiteX1" fmla="*/ 12192864 w 12192863"/>
                <a:gd name="connsiteY1" fmla="*/ 0 h 2183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92863" h="2183025">
                  <a:moveTo>
                    <a:pt x="0" y="1435691"/>
                  </a:moveTo>
                  <a:cubicBezTo>
                    <a:pt x="0" y="1435691"/>
                    <a:pt x="6346390" y="3849908"/>
                    <a:pt x="12192864" y="0"/>
                  </a:cubicBezTo>
                </a:path>
              </a:pathLst>
            </a:custGeom>
            <a:noFill/>
            <a:ln w="28575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Graphic 1">
              <a:extLst>
                <a:ext uri="{FF2B5EF4-FFF2-40B4-BE49-F238E27FC236}">
                  <a16:creationId xmlns:a16="http://schemas.microsoft.com/office/drawing/2014/main" id="{6CD1389A-3900-85CF-BD33-2ED1A4EE5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74851" y="2876302"/>
              <a:ext cx="8218012" cy="2269004"/>
            </a:xfrm>
            <a:custGeom>
              <a:avLst/>
              <a:gdLst>
                <a:gd name="connsiteX0" fmla="*/ 0 w 8218012"/>
                <a:gd name="connsiteY0" fmla="*/ 2269005 h 2269004"/>
                <a:gd name="connsiteX1" fmla="*/ 8218013 w 8218012"/>
                <a:gd name="connsiteY1" fmla="*/ 220620 h 226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18012" h="2269004">
                  <a:moveTo>
                    <a:pt x="0" y="2269005"/>
                  </a:moveTo>
                  <a:cubicBezTo>
                    <a:pt x="0" y="2269005"/>
                    <a:pt x="2755579" y="-840171"/>
                    <a:pt x="8218013" y="220620"/>
                  </a:cubicBezTo>
                </a:path>
              </a:pathLst>
            </a:custGeom>
            <a:noFill/>
            <a:ln w="28575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AB9EC2DB-6BBB-CDD5-13FF-7115D2EBFD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5" y="2570678"/>
            <a:ext cx="5443538" cy="1218686"/>
          </a:xfrm>
        </p:spPr>
        <p:txBody>
          <a:bodyPr/>
          <a:lstStyle>
            <a:lvl1pPr>
              <a:defRPr sz="3600">
                <a:latin typeface="+mn-lt"/>
              </a:defRPr>
            </a:lvl1pPr>
          </a:lstStyle>
          <a:p>
            <a:pPr lvl="0"/>
            <a:r>
              <a:rPr lang="en-GB" noProof="0"/>
              <a:t>Chapter</a:t>
            </a:r>
            <a:br>
              <a:rPr lang="en-GB" noProof="0"/>
            </a:br>
            <a:r>
              <a:rPr lang="en-GB" noProof="0"/>
              <a:t>divider</a:t>
            </a:r>
          </a:p>
        </p:txBody>
      </p:sp>
    </p:spTree>
    <p:extLst>
      <p:ext uri="{BB962C8B-B14F-4D97-AF65-F5344CB8AC3E}">
        <p14:creationId xmlns:p14="http://schemas.microsoft.com/office/powerpoint/2010/main" val="13705437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icture left">
    <p:bg>
      <p:bgPr>
        <a:gradFill flip="none" rotWithShape="1">
          <a:gsLst>
            <a:gs pos="0">
              <a:schemeClr val="bg2"/>
            </a:gs>
            <a:gs pos="100000">
              <a:schemeClr val="accent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trokes">
            <a:extLst>
              <a:ext uri="{FF2B5EF4-FFF2-40B4-BE49-F238E27FC236}">
                <a16:creationId xmlns:a16="http://schemas.microsoft.com/office/drawing/2014/main" id="{4A45B4E5-2874-9EDA-B7B4-648956357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3454940"/>
            <a:ext cx="12192863" cy="3429232"/>
            <a:chOff x="0" y="1716074"/>
            <a:chExt cx="12192863" cy="3429232"/>
          </a:xfrm>
        </p:grpSpPr>
        <p:sp>
          <p:nvSpPr>
            <p:cNvPr id="10" name="Graphic 2">
              <a:extLst>
                <a:ext uri="{FF2B5EF4-FFF2-40B4-BE49-F238E27FC236}">
                  <a16:creationId xmlns:a16="http://schemas.microsoft.com/office/drawing/2014/main" id="{BF8F9DEC-A229-615F-A903-BDDFE7A4B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1716074"/>
              <a:ext cx="12192863" cy="2183025"/>
            </a:xfrm>
            <a:custGeom>
              <a:avLst/>
              <a:gdLst>
                <a:gd name="connsiteX0" fmla="*/ 0 w 12192863"/>
                <a:gd name="connsiteY0" fmla="*/ 1435691 h 2183025"/>
                <a:gd name="connsiteX1" fmla="*/ 12192864 w 12192863"/>
                <a:gd name="connsiteY1" fmla="*/ 0 h 2183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92863" h="2183025">
                  <a:moveTo>
                    <a:pt x="0" y="1435691"/>
                  </a:moveTo>
                  <a:cubicBezTo>
                    <a:pt x="0" y="1435691"/>
                    <a:pt x="6346390" y="3849908"/>
                    <a:pt x="12192864" y="0"/>
                  </a:cubicBezTo>
                </a:path>
              </a:pathLst>
            </a:custGeom>
            <a:noFill/>
            <a:ln w="28575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Graphic 1">
              <a:extLst>
                <a:ext uri="{FF2B5EF4-FFF2-40B4-BE49-F238E27FC236}">
                  <a16:creationId xmlns:a16="http://schemas.microsoft.com/office/drawing/2014/main" id="{3A3AE033-F28A-D2FA-6A12-D5CBCA821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74851" y="2876302"/>
              <a:ext cx="8218012" cy="2269004"/>
            </a:xfrm>
            <a:custGeom>
              <a:avLst/>
              <a:gdLst>
                <a:gd name="connsiteX0" fmla="*/ 0 w 8218012"/>
                <a:gd name="connsiteY0" fmla="*/ 2269005 h 2269004"/>
                <a:gd name="connsiteX1" fmla="*/ 8218013 w 8218012"/>
                <a:gd name="connsiteY1" fmla="*/ 220620 h 226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18012" h="2269004">
                  <a:moveTo>
                    <a:pt x="0" y="2269005"/>
                  </a:moveTo>
                  <a:cubicBezTo>
                    <a:pt x="0" y="2269005"/>
                    <a:pt x="2755579" y="-840171"/>
                    <a:pt x="8218013" y="220620"/>
                  </a:cubicBezTo>
                </a:path>
              </a:pathLst>
            </a:custGeom>
            <a:noFill/>
            <a:ln w="28575" cap="flat" cmpd="sng" algn="ctr">
              <a:solidFill>
                <a:schemeClr val="bg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974FFEB3-ED51-39BE-50EE-0CB5A1C293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76851" y="1367004"/>
            <a:ext cx="6491288" cy="4203534"/>
          </a:xfrm>
        </p:spPr>
        <p:txBody>
          <a:bodyPr anchor="ctr"/>
          <a:lstStyle>
            <a:lvl1pPr algn="l">
              <a:defRPr sz="28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>
              <a:defRPr sz="2800">
                <a:solidFill>
                  <a:schemeClr val="bg1">
                    <a:lumMod val="100000"/>
                  </a:schemeClr>
                </a:solidFill>
              </a:defRPr>
            </a:lvl2pPr>
            <a:lvl3pPr>
              <a:defRPr sz="2800">
                <a:solidFill>
                  <a:schemeClr val="bg1">
                    <a:lumMod val="100000"/>
                  </a:schemeClr>
                </a:solidFill>
              </a:defRPr>
            </a:lvl3pPr>
            <a:lvl4pPr>
              <a:defRPr sz="2800">
                <a:solidFill>
                  <a:schemeClr val="bg1">
                    <a:lumMod val="100000"/>
                  </a:schemeClr>
                </a:solidFill>
              </a:defRPr>
            </a:lvl4pPr>
            <a:lvl5pPr>
              <a:defRPr sz="2800">
                <a:solidFill>
                  <a:schemeClr val="bg1">
                    <a:lumMod val="100000"/>
                  </a:schemeClr>
                </a:solidFill>
              </a:defRPr>
            </a:lvl5pPr>
          </a:lstStyle>
          <a:p>
            <a:pPr lvl="0"/>
            <a:r>
              <a:rPr lang="en-GB"/>
              <a:t>“Insert a quote here.”</a:t>
            </a:r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C67FAC2F-9E8E-BBCF-CE7C-761A5D718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622564" cy="6858000"/>
          </a:xfrm>
          <a:custGeom>
            <a:avLst/>
            <a:gdLst>
              <a:gd name="connsiteX0" fmla="*/ 0 w 4622564"/>
              <a:gd name="connsiteY0" fmla="*/ 0 h 6858000"/>
              <a:gd name="connsiteX1" fmla="*/ 3111089 w 4622564"/>
              <a:gd name="connsiteY1" fmla="*/ 0 h 6858000"/>
              <a:gd name="connsiteX2" fmla="*/ 3242020 w 4622564"/>
              <a:gd name="connsiteY2" fmla="*/ 124831 h 6858000"/>
              <a:gd name="connsiteX3" fmla="*/ 4622564 w 4622564"/>
              <a:gd name="connsiteY3" fmla="*/ 3457760 h 6858000"/>
              <a:gd name="connsiteX4" fmla="*/ 3242020 w 4622564"/>
              <a:gd name="connsiteY4" fmla="*/ 6790690 h 6858000"/>
              <a:gd name="connsiteX5" fmla="*/ 3171420 w 4622564"/>
              <a:gd name="connsiteY5" fmla="*/ 6858000 h 6858000"/>
              <a:gd name="connsiteX6" fmla="*/ 0 w 462256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22564" h="6858000">
                <a:moveTo>
                  <a:pt x="0" y="0"/>
                </a:moveTo>
                <a:lnTo>
                  <a:pt x="3111089" y="0"/>
                </a:lnTo>
                <a:lnTo>
                  <a:pt x="3242020" y="124831"/>
                </a:lnTo>
                <a:cubicBezTo>
                  <a:pt x="4094991" y="977802"/>
                  <a:pt x="4622564" y="2156170"/>
                  <a:pt x="4622564" y="3457760"/>
                </a:cubicBezTo>
                <a:cubicBezTo>
                  <a:pt x="4622564" y="4759350"/>
                  <a:pt x="4094991" y="5937719"/>
                  <a:pt x="3242020" y="6790690"/>
                </a:cubicBezTo>
                <a:lnTo>
                  <a:pt x="317142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>
              <a:defRPr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r>
              <a:rPr lang="en-GB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3129273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eople picture">
    <p:bg>
      <p:bgPr>
        <a:gradFill flip="none" rotWithShape="1">
          <a:gsLst>
            <a:gs pos="0">
              <a:schemeClr val="bg2"/>
            </a:gs>
            <a:gs pos="100000">
              <a:schemeClr val="accent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trokes">
            <a:extLst>
              <a:ext uri="{FF2B5EF4-FFF2-40B4-BE49-F238E27FC236}">
                <a16:creationId xmlns:a16="http://schemas.microsoft.com/office/drawing/2014/main" id="{4A45B4E5-2874-9EDA-B7B4-648956357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3454940"/>
            <a:ext cx="12192863" cy="3429232"/>
            <a:chOff x="0" y="1716074"/>
            <a:chExt cx="12192863" cy="3429232"/>
          </a:xfrm>
        </p:grpSpPr>
        <p:sp>
          <p:nvSpPr>
            <p:cNvPr id="10" name="Graphic 2">
              <a:extLst>
                <a:ext uri="{FF2B5EF4-FFF2-40B4-BE49-F238E27FC236}">
                  <a16:creationId xmlns:a16="http://schemas.microsoft.com/office/drawing/2014/main" id="{BF8F9DEC-A229-615F-A903-BDDFE7A4B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1716074"/>
              <a:ext cx="12192863" cy="2183025"/>
            </a:xfrm>
            <a:custGeom>
              <a:avLst/>
              <a:gdLst>
                <a:gd name="connsiteX0" fmla="*/ 0 w 12192863"/>
                <a:gd name="connsiteY0" fmla="*/ 1435691 h 2183025"/>
                <a:gd name="connsiteX1" fmla="*/ 12192864 w 12192863"/>
                <a:gd name="connsiteY1" fmla="*/ 0 h 2183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92863" h="2183025">
                  <a:moveTo>
                    <a:pt x="0" y="1435691"/>
                  </a:moveTo>
                  <a:cubicBezTo>
                    <a:pt x="0" y="1435691"/>
                    <a:pt x="6346390" y="3849908"/>
                    <a:pt x="12192864" y="0"/>
                  </a:cubicBezTo>
                </a:path>
              </a:pathLst>
            </a:custGeom>
            <a:noFill/>
            <a:ln w="28575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Graphic 1">
              <a:extLst>
                <a:ext uri="{FF2B5EF4-FFF2-40B4-BE49-F238E27FC236}">
                  <a16:creationId xmlns:a16="http://schemas.microsoft.com/office/drawing/2014/main" id="{3A3AE033-F28A-D2FA-6A12-D5CBCA821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74851" y="2876302"/>
              <a:ext cx="8218012" cy="2269004"/>
            </a:xfrm>
            <a:custGeom>
              <a:avLst/>
              <a:gdLst>
                <a:gd name="connsiteX0" fmla="*/ 0 w 8218012"/>
                <a:gd name="connsiteY0" fmla="*/ 2269005 h 2269004"/>
                <a:gd name="connsiteX1" fmla="*/ 8218013 w 8218012"/>
                <a:gd name="connsiteY1" fmla="*/ 220620 h 226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18012" h="2269004">
                  <a:moveTo>
                    <a:pt x="0" y="2269005"/>
                  </a:moveTo>
                  <a:cubicBezTo>
                    <a:pt x="0" y="2269005"/>
                    <a:pt x="2755579" y="-840171"/>
                    <a:pt x="8218013" y="220620"/>
                  </a:cubicBezTo>
                </a:path>
              </a:pathLst>
            </a:custGeom>
            <a:noFill/>
            <a:ln w="28575" cap="flat" cmpd="sng" algn="ctr">
              <a:solidFill>
                <a:schemeClr val="bg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Text Placeholder 1" descr="Quote placeholder">
            <a:extLst>
              <a:ext uri="{FF2B5EF4-FFF2-40B4-BE49-F238E27FC236}">
                <a16:creationId xmlns:a16="http://schemas.microsoft.com/office/drawing/2014/main" id="{974FFEB3-ED51-39BE-50EE-0CB5A1C293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3864" y="2473541"/>
            <a:ext cx="11342769" cy="2487389"/>
          </a:xfrm>
        </p:spPr>
        <p:txBody>
          <a:bodyPr anchor="t"/>
          <a:lstStyle>
            <a:lvl1pPr algn="ctr">
              <a:defRPr sz="28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>
              <a:defRPr sz="2800">
                <a:solidFill>
                  <a:schemeClr val="bg1">
                    <a:lumMod val="100000"/>
                  </a:schemeClr>
                </a:solidFill>
              </a:defRPr>
            </a:lvl2pPr>
            <a:lvl3pPr>
              <a:defRPr sz="2800">
                <a:solidFill>
                  <a:schemeClr val="bg1">
                    <a:lumMod val="100000"/>
                  </a:schemeClr>
                </a:solidFill>
              </a:defRPr>
            </a:lvl3pPr>
            <a:lvl4pPr>
              <a:defRPr sz="2800">
                <a:solidFill>
                  <a:schemeClr val="bg1">
                    <a:lumMod val="100000"/>
                  </a:schemeClr>
                </a:solidFill>
              </a:defRPr>
            </a:lvl4pPr>
            <a:lvl5pPr>
              <a:defRPr sz="2800">
                <a:solidFill>
                  <a:schemeClr val="bg1">
                    <a:lumMod val="100000"/>
                  </a:schemeClr>
                </a:solidFill>
              </a:defRPr>
            </a:lvl5pPr>
          </a:lstStyle>
          <a:p>
            <a:pPr lvl="0"/>
            <a:r>
              <a:rPr lang="en-GB"/>
              <a:t>“Insert a quote here.”</a:t>
            </a:r>
          </a:p>
        </p:txBody>
      </p:sp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2DACCEA3-ADB0-F7A2-A3BB-B9052EE3C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362643" y="742019"/>
            <a:ext cx="1466714" cy="1466714"/>
          </a:xfrm>
          <a:prstGeom prst="ellipse">
            <a:avLst/>
          </a:prstGeom>
        </p:spPr>
        <p:txBody>
          <a:bodyPr/>
          <a:lstStyle>
            <a:lvl1pPr algn="ctr">
              <a:defRPr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r>
              <a:rPr lang="en-GB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6360204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64423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served text space 20">
            <a:extLst>
              <a:ext uri="{FF2B5EF4-FFF2-40B4-BE49-F238E27FC236}">
                <a16:creationId xmlns:a16="http://schemas.microsoft.com/office/drawing/2014/main" id="{396A1B03-6D53-7126-70B1-8B5190F8AE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05200" y="2530870"/>
            <a:ext cx="3200400" cy="216428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33" name="Reserved text space 32">
            <a:extLst>
              <a:ext uri="{FF2B5EF4-FFF2-40B4-BE49-F238E27FC236}">
                <a16:creationId xmlns:a16="http://schemas.microsoft.com/office/drawing/2014/main" id="{AB8D343A-8010-C989-7C3E-07E4FA5193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05200" y="2749164"/>
            <a:ext cx="3200400" cy="216428"/>
          </a:xfrm>
        </p:spPr>
        <p:txBody>
          <a:bodyPr lIns="0" tIns="0" rIns="0" bIns="0"/>
          <a:lstStyle>
            <a:lvl1pPr>
              <a:defRPr sz="1200"/>
            </a:lvl1pPr>
          </a:lstStyle>
          <a:p>
            <a:pPr lvl="0"/>
            <a:r>
              <a:rPr lang="en-GB"/>
              <a:t>Level (Partner…)</a:t>
            </a:r>
          </a:p>
        </p:txBody>
      </p:sp>
      <p:sp>
        <p:nvSpPr>
          <p:cNvPr id="24" name="Reserved text space 20">
            <a:extLst>
              <a:ext uri="{FF2B5EF4-FFF2-40B4-BE49-F238E27FC236}">
                <a16:creationId xmlns:a16="http://schemas.microsoft.com/office/drawing/2014/main" id="{A6F19060-472B-3A97-DA56-AFE14384F7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04353" y="2530870"/>
            <a:ext cx="3962400" cy="216427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latin typeface="+mj-lt"/>
              </a:defRPr>
            </a:lvl1pPr>
            <a:lvl2pPr marL="0" indent="0" algn="r">
              <a:spcBef>
                <a:spcPts val="0"/>
              </a:spcBef>
              <a:buNone/>
              <a:defRPr sz="1200"/>
            </a:lvl2pPr>
          </a:lstStyle>
          <a:p>
            <a:pPr lvl="1" algn="r" defTabSz="179388"/>
            <a:r>
              <a:rPr lang="en-GB" sz="1200" b="1">
                <a:solidFill>
                  <a:schemeClr val="tx1">
                    <a:lumMod val="100000"/>
                  </a:schemeClr>
                </a:solidFill>
              </a:rPr>
              <a:t>M</a:t>
            </a:r>
            <a:r>
              <a:rPr lang="en-GB" sz="1200">
                <a:solidFill>
                  <a:schemeClr val="tx1">
                    <a:lumMod val="100000"/>
                  </a:schemeClr>
                </a:solidFill>
              </a:rPr>
              <a:t>	+33 (0)6 00 00 00 00</a:t>
            </a:r>
          </a:p>
        </p:txBody>
      </p:sp>
      <p:sp>
        <p:nvSpPr>
          <p:cNvPr id="38" name="Reserved text space 20">
            <a:extLst>
              <a:ext uri="{FF2B5EF4-FFF2-40B4-BE49-F238E27FC236}">
                <a16:creationId xmlns:a16="http://schemas.microsoft.com/office/drawing/2014/main" id="{F3EFAFAA-F278-C8EA-70C2-EFEB16B5A3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04353" y="2749164"/>
            <a:ext cx="3962400" cy="225809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latin typeface="+mj-lt"/>
              </a:defRPr>
            </a:lvl1pPr>
            <a:lvl2pPr marL="0" indent="0" algn="r">
              <a:spcBef>
                <a:spcPts val="0"/>
              </a:spcBef>
              <a:buNone/>
              <a:defRPr sz="1200"/>
            </a:lvl2pPr>
          </a:lstStyle>
          <a:p>
            <a:pPr lvl="1" algn="r" defTabSz="179388"/>
            <a:r>
              <a:rPr lang="en-GB" sz="1200" err="1">
                <a:solidFill>
                  <a:schemeClr val="tx1">
                    <a:lumMod val="100000"/>
                  </a:schemeClr>
                </a:solidFill>
              </a:rPr>
              <a:t>firstname.lastname@wavestone.com</a:t>
            </a:r>
            <a:endParaRPr lang="en-GB" sz="1200">
              <a:solidFill>
                <a:schemeClr val="tx1">
                  <a:lumMod val="100000"/>
                </a:schemeClr>
              </a:solidFill>
            </a:endParaRPr>
          </a:p>
        </p:txBody>
      </p:sp>
      <p:sp>
        <p:nvSpPr>
          <p:cNvPr id="4" name="Reserved text space 20">
            <a:extLst>
              <a:ext uri="{FF2B5EF4-FFF2-40B4-BE49-F238E27FC236}">
                <a16:creationId xmlns:a16="http://schemas.microsoft.com/office/drawing/2014/main" id="{381898D0-F078-0CA7-60A4-D73CC734B6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05200" y="3210706"/>
            <a:ext cx="3200400" cy="216428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7" name="Reserved text space 32">
            <a:extLst>
              <a:ext uri="{FF2B5EF4-FFF2-40B4-BE49-F238E27FC236}">
                <a16:creationId xmlns:a16="http://schemas.microsoft.com/office/drawing/2014/main" id="{5C995286-76E9-14D8-4B8E-875087AF5A5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05200" y="3429000"/>
            <a:ext cx="3200400" cy="216428"/>
          </a:xfrm>
        </p:spPr>
        <p:txBody>
          <a:bodyPr lIns="0" tIns="0" rIns="0" bIns="0"/>
          <a:lstStyle>
            <a:lvl1pPr>
              <a:defRPr sz="1200"/>
            </a:lvl1pPr>
          </a:lstStyle>
          <a:p>
            <a:pPr lvl="0"/>
            <a:r>
              <a:rPr lang="en-GB"/>
              <a:t>Level (Partner…)</a:t>
            </a:r>
          </a:p>
        </p:txBody>
      </p:sp>
      <p:sp>
        <p:nvSpPr>
          <p:cNvPr id="8" name="Reserved text space 20">
            <a:extLst>
              <a:ext uri="{FF2B5EF4-FFF2-40B4-BE49-F238E27FC236}">
                <a16:creationId xmlns:a16="http://schemas.microsoft.com/office/drawing/2014/main" id="{F5C910A0-BC9B-2798-D968-DEA1BA49724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804353" y="3212573"/>
            <a:ext cx="3962400" cy="216427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latin typeface="+mj-lt"/>
              </a:defRPr>
            </a:lvl1pPr>
            <a:lvl2pPr marL="0" indent="0" algn="r">
              <a:spcBef>
                <a:spcPts val="0"/>
              </a:spcBef>
              <a:buNone/>
              <a:defRPr sz="1200"/>
            </a:lvl2pPr>
          </a:lstStyle>
          <a:p>
            <a:pPr lvl="1" algn="r" defTabSz="179388"/>
            <a:r>
              <a:rPr lang="en-GB" sz="1200" b="1">
                <a:solidFill>
                  <a:schemeClr val="tx1">
                    <a:lumMod val="100000"/>
                  </a:schemeClr>
                </a:solidFill>
              </a:rPr>
              <a:t>M</a:t>
            </a:r>
            <a:r>
              <a:rPr lang="en-GB" sz="1200">
                <a:solidFill>
                  <a:schemeClr val="tx1">
                    <a:lumMod val="100000"/>
                  </a:schemeClr>
                </a:solidFill>
              </a:rPr>
              <a:t>	+33 (0)6 00 00 00 00</a:t>
            </a:r>
          </a:p>
        </p:txBody>
      </p:sp>
      <p:sp>
        <p:nvSpPr>
          <p:cNvPr id="9" name="Reserved text space 20">
            <a:extLst>
              <a:ext uri="{FF2B5EF4-FFF2-40B4-BE49-F238E27FC236}">
                <a16:creationId xmlns:a16="http://schemas.microsoft.com/office/drawing/2014/main" id="{5AD130FA-73DD-2EE7-1F80-237A42EA919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04353" y="3429000"/>
            <a:ext cx="3962400" cy="225809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latin typeface="+mj-lt"/>
              </a:defRPr>
            </a:lvl1pPr>
            <a:lvl2pPr marL="0" indent="0" algn="r">
              <a:spcBef>
                <a:spcPts val="0"/>
              </a:spcBef>
              <a:buNone/>
              <a:defRPr sz="1200"/>
            </a:lvl2pPr>
          </a:lstStyle>
          <a:p>
            <a:pPr lvl="1" algn="r" defTabSz="179388"/>
            <a:r>
              <a:rPr lang="en-GB" sz="1200" err="1">
                <a:solidFill>
                  <a:schemeClr val="tx1">
                    <a:lumMod val="100000"/>
                  </a:schemeClr>
                </a:solidFill>
              </a:rPr>
              <a:t>firstname.lastname@wavestone.com</a:t>
            </a:r>
            <a:endParaRPr lang="en-GB" sz="1200">
              <a:solidFill>
                <a:schemeClr val="tx1">
                  <a:lumMod val="100000"/>
                </a:schemeClr>
              </a:solidFill>
            </a:endParaRPr>
          </a:p>
        </p:txBody>
      </p:sp>
      <p:sp>
        <p:nvSpPr>
          <p:cNvPr id="10" name="Reserved text space 20">
            <a:extLst>
              <a:ext uri="{FF2B5EF4-FFF2-40B4-BE49-F238E27FC236}">
                <a16:creationId xmlns:a16="http://schemas.microsoft.com/office/drawing/2014/main" id="{279F3D57-43B5-0E02-5058-DEBD40BB207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505200" y="3894276"/>
            <a:ext cx="3200400" cy="216428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1" name="Reserved text space32">
            <a:extLst>
              <a:ext uri="{FF2B5EF4-FFF2-40B4-BE49-F238E27FC236}">
                <a16:creationId xmlns:a16="http://schemas.microsoft.com/office/drawing/2014/main" id="{0B76E3CE-54EF-68A4-2915-B0236215FF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505200" y="4112570"/>
            <a:ext cx="3200400" cy="216428"/>
          </a:xfrm>
        </p:spPr>
        <p:txBody>
          <a:bodyPr lIns="0" tIns="0" rIns="0" bIns="0"/>
          <a:lstStyle>
            <a:lvl1pPr>
              <a:defRPr sz="1200"/>
            </a:lvl1pPr>
          </a:lstStyle>
          <a:p>
            <a:pPr lvl="0"/>
            <a:r>
              <a:rPr lang="en-GB"/>
              <a:t>Level (Partner…)</a:t>
            </a:r>
          </a:p>
        </p:txBody>
      </p:sp>
      <p:sp>
        <p:nvSpPr>
          <p:cNvPr id="12" name="Reserved text space 20">
            <a:extLst>
              <a:ext uri="{FF2B5EF4-FFF2-40B4-BE49-F238E27FC236}">
                <a16:creationId xmlns:a16="http://schemas.microsoft.com/office/drawing/2014/main" id="{3CB87AAF-3CA5-3453-6CC8-6325F5E2B23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804353" y="3894276"/>
            <a:ext cx="3962400" cy="216427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latin typeface="+mj-lt"/>
              </a:defRPr>
            </a:lvl1pPr>
            <a:lvl2pPr marL="0" indent="0" algn="r">
              <a:spcBef>
                <a:spcPts val="0"/>
              </a:spcBef>
              <a:buNone/>
              <a:defRPr sz="1200"/>
            </a:lvl2pPr>
          </a:lstStyle>
          <a:p>
            <a:pPr lvl="1" algn="r" defTabSz="179388"/>
            <a:r>
              <a:rPr lang="en-GB" sz="1200" b="1">
                <a:solidFill>
                  <a:schemeClr val="tx1">
                    <a:lumMod val="100000"/>
                  </a:schemeClr>
                </a:solidFill>
              </a:rPr>
              <a:t>M</a:t>
            </a:r>
            <a:r>
              <a:rPr lang="en-GB" sz="1200">
                <a:solidFill>
                  <a:schemeClr val="tx1">
                    <a:lumMod val="100000"/>
                  </a:schemeClr>
                </a:solidFill>
              </a:rPr>
              <a:t>	+33 (0)6 00 00 00 00</a:t>
            </a:r>
          </a:p>
        </p:txBody>
      </p:sp>
      <p:sp>
        <p:nvSpPr>
          <p:cNvPr id="13" name="Reserved text space 20">
            <a:extLst>
              <a:ext uri="{FF2B5EF4-FFF2-40B4-BE49-F238E27FC236}">
                <a16:creationId xmlns:a16="http://schemas.microsoft.com/office/drawing/2014/main" id="{5BB75A27-FAB3-78D0-A920-3EB504C917A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04353" y="4112570"/>
            <a:ext cx="3962400" cy="225809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latin typeface="+mj-lt"/>
              </a:defRPr>
            </a:lvl1pPr>
            <a:lvl2pPr marL="0" indent="0" algn="r">
              <a:spcBef>
                <a:spcPts val="0"/>
              </a:spcBef>
              <a:buNone/>
              <a:defRPr sz="1200"/>
            </a:lvl2pPr>
          </a:lstStyle>
          <a:p>
            <a:pPr lvl="1" algn="r" defTabSz="179388"/>
            <a:r>
              <a:rPr lang="en-GB" sz="1200" err="1">
                <a:solidFill>
                  <a:schemeClr val="tx1">
                    <a:lumMod val="100000"/>
                  </a:schemeClr>
                </a:solidFill>
              </a:rPr>
              <a:t>firstname.lastname@wavestone.com</a:t>
            </a:r>
            <a:endParaRPr lang="en-GB" sz="1200">
              <a:solidFill>
                <a:schemeClr val="tx1">
                  <a:lumMod val="10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6D669B-CCDE-C66A-D502-1A770EBF63F1}"/>
              </a:ext>
            </a:extLst>
          </p:cNvPr>
          <p:cNvSpPr txBox="1">
            <a:spLocks/>
          </p:cNvSpPr>
          <p:nvPr userDrawn="1"/>
        </p:nvSpPr>
        <p:spPr>
          <a:xfrm>
            <a:off x="9713363" y="5444294"/>
            <a:ext cx="2053390" cy="468000"/>
          </a:xfrm>
          <a:prstGeom prst="rect">
            <a:avLst/>
          </a:prstGeom>
          <a:grpFill/>
        </p:spPr>
        <p:txBody>
          <a:bodyPr wrap="square" lIns="144000" tIns="0" rIns="0" bIns="0" anchor="b">
            <a:noAutofit/>
          </a:bodyPr>
          <a:lstStyle>
            <a:defPPr>
              <a:defRPr lang="en-US"/>
            </a:defPPr>
            <a:lvl1pPr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100" b="0" baseline="0">
                <a:solidFill>
                  <a:schemeClr val="bg1"/>
                </a:solidFill>
              </a:defRPr>
            </a:lvl1pPr>
            <a:lvl2pPr marL="0" indent="0">
              <a:spcBef>
                <a:spcPts val="500"/>
              </a:spcBef>
              <a:buClr>
                <a:schemeClr val="tx2"/>
              </a:buClr>
              <a:buSzPct val="105000"/>
              <a:buFontTx/>
              <a:buNone/>
              <a:defRPr>
                <a:solidFill>
                  <a:srgbClr val="6D6D6D"/>
                </a:solidFill>
              </a:defRPr>
            </a:lvl2pPr>
            <a:lvl3pPr marL="180000" indent="-180000">
              <a:spcBef>
                <a:spcPts val="500"/>
              </a:spcBef>
              <a:buClr>
                <a:schemeClr val="tx2"/>
              </a:buClr>
              <a:buFont typeface="Calibri" panose="020F0502020204030204" pitchFamily="34" charset="0"/>
              <a:buChar char="›"/>
              <a:defRPr sz="1600">
                <a:solidFill>
                  <a:srgbClr val="6D6D6D"/>
                </a:solidFill>
              </a:defRPr>
            </a:lvl3pPr>
            <a:lvl4pPr marL="367200" indent="-187200">
              <a:spcBef>
                <a:spcPts val="500"/>
              </a:spcBef>
              <a:buFont typeface="Symbol" panose="05050102010706020507" pitchFamily="18" charset="2"/>
              <a:buChar char="-"/>
              <a:defRPr sz="1600">
                <a:solidFill>
                  <a:srgbClr val="6D6D6D"/>
                </a:solidFill>
              </a:defRPr>
            </a:lvl4pPr>
            <a:lvl5pPr marL="576000" indent="-187200">
              <a:spcBef>
                <a:spcPts val="5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400">
                <a:solidFill>
                  <a:srgbClr val="6D6D6D"/>
                </a:solidFill>
              </a:defRPr>
            </a:lvl5pPr>
            <a:lvl6pPr marL="766763" indent="-185738">
              <a:spcBef>
                <a:spcPts val="500"/>
              </a:spcBef>
              <a:buClr>
                <a:schemeClr val="tx2"/>
              </a:buClr>
              <a:buFont typeface="Calibri" panose="020F0502020204030204" pitchFamily="34" charset="0"/>
              <a:buChar char="»"/>
              <a:defRPr sz="1400">
                <a:solidFill>
                  <a:srgbClr val="6D6D6D"/>
                </a:solidFill>
              </a:defRPr>
            </a:lvl6pPr>
            <a:lvl7pPr marL="766800" indent="-187200">
              <a:spcBef>
                <a:spcPts val="500"/>
              </a:spcBef>
              <a:buClr>
                <a:schemeClr val="tx2"/>
              </a:buClr>
              <a:buFont typeface="Calibri" panose="020F0502020204030204" pitchFamily="34" charset="0"/>
              <a:buChar char="»"/>
              <a:defRPr sz="1400" baseline="0">
                <a:solidFill>
                  <a:srgbClr val="6D6D6D"/>
                </a:solidFill>
              </a:defRPr>
            </a:lvl7pPr>
            <a:lvl8pPr marL="766800" indent="-187200">
              <a:spcBef>
                <a:spcPts val="500"/>
              </a:spcBef>
              <a:buClr>
                <a:schemeClr val="tx2"/>
              </a:buClr>
              <a:buFont typeface="Calibri" panose="020F0502020204030204" pitchFamily="34" charset="0"/>
              <a:buChar char="»"/>
              <a:defRPr sz="1400" baseline="0">
                <a:solidFill>
                  <a:srgbClr val="6D6D6D"/>
                </a:solidFill>
              </a:defRPr>
            </a:lvl8pPr>
            <a:lvl9pPr marL="766800" indent="-187200">
              <a:spcBef>
                <a:spcPts val="500"/>
              </a:spcBef>
              <a:buClr>
                <a:schemeClr val="tx2"/>
              </a:buClr>
              <a:buFont typeface="Calibri" panose="020F0502020204030204" pitchFamily="34" charset="0"/>
              <a:buChar char="»"/>
              <a:defRPr sz="1400" baseline="0">
                <a:solidFill>
                  <a:srgbClr val="6D6D6D"/>
                </a:solidFill>
              </a:defRPr>
            </a:lvl9pPr>
          </a:lstStyle>
          <a:p>
            <a:pPr algn="r"/>
            <a:r>
              <a:rPr lang="en-GB" err="1">
                <a:solidFill>
                  <a:schemeClr val="tx1">
                    <a:lumMod val="100000"/>
                  </a:schemeClr>
                </a:solidFill>
                <a:hlinkClick r:id="rId2"/>
              </a:rPr>
              <a:t>Wavestone.com</a:t>
            </a:r>
            <a:r>
              <a:rPr lang="en-GB">
                <a:solidFill>
                  <a:schemeClr val="tx1">
                    <a:lumMod val="100000"/>
                  </a:schemeClr>
                </a:solidFill>
                <a:hlinkClick r:id="rId2"/>
              </a:rPr>
              <a:t> </a:t>
            </a:r>
            <a:endParaRPr lang="en-GB">
              <a:solidFill>
                <a:schemeClr val="tx1">
                  <a:lumMod val="100000"/>
                </a:schemeClr>
              </a:solidFill>
            </a:endParaRPr>
          </a:p>
        </p:txBody>
      </p:sp>
      <p:pic>
        <p:nvPicPr>
          <p:cNvPr id="6" name="White Wavestone logo">
            <a:extLst>
              <a:ext uri="{FF2B5EF4-FFF2-40B4-BE49-F238E27FC236}">
                <a16:creationId xmlns:a16="http://schemas.microsoft.com/office/drawing/2014/main" id="{EB4D8A06-BCAF-64B9-E7EE-FBCC5A1C8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257009" y="257698"/>
            <a:ext cx="2743200" cy="684590"/>
          </a:xfrm>
          <a:prstGeom prst="rect">
            <a:avLst/>
          </a:prstGeom>
        </p:spPr>
      </p:pic>
      <p:pic>
        <p:nvPicPr>
          <p:cNvPr id="3" name="Wavestone logo">
            <a:extLst>
              <a:ext uri="{FF2B5EF4-FFF2-40B4-BE49-F238E27FC236}">
                <a16:creationId xmlns:a16="http://schemas.microsoft.com/office/drawing/2014/main" id="{1F33C6DA-9B69-52AA-7949-A0C3364B0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257009" y="257698"/>
            <a:ext cx="2743199" cy="68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0963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s blue">
    <p:bg>
      <p:bgPr>
        <a:gradFill flip="none" rotWithShape="1">
          <a:gsLst>
            <a:gs pos="0">
              <a:schemeClr val="bg2"/>
            </a:gs>
            <a:gs pos="100000">
              <a:schemeClr val="accent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Wavestone logo">
            <a:extLst>
              <a:ext uri="{FF2B5EF4-FFF2-40B4-BE49-F238E27FC236}">
                <a16:creationId xmlns:a16="http://schemas.microsoft.com/office/drawing/2014/main" id="{2AC6A881-F430-4E14-2709-04CEA7BDD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257009" y="257698"/>
            <a:ext cx="2743199" cy="684590"/>
          </a:xfrm>
          <a:prstGeom prst="rect">
            <a:avLst/>
          </a:prstGeom>
        </p:spPr>
      </p:pic>
      <p:pic>
        <p:nvPicPr>
          <p:cNvPr id="38" name="White Wavestone logo">
            <a:extLst>
              <a:ext uri="{FF2B5EF4-FFF2-40B4-BE49-F238E27FC236}">
                <a16:creationId xmlns:a16="http://schemas.microsoft.com/office/drawing/2014/main" id="{6BC8D46B-7DDC-DF45-9C36-074A672FC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257009" y="257698"/>
            <a:ext cx="2743200" cy="684590"/>
          </a:xfrm>
          <a:prstGeom prst="rect">
            <a:avLst/>
          </a:prstGeom>
        </p:spPr>
      </p:pic>
      <p:sp>
        <p:nvSpPr>
          <p:cNvPr id="21" name="Reserved text space 20">
            <a:extLst>
              <a:ext uri="{FF2B5EF4-FFF2-40B4-BE49-F238E27FC236}">
                <a16:creationId xmlns:a16="http://schemas.microsoft.com/office/drawing/2014/main" id="{396A1B03-6D53-7126-70B1-8B5190F8AE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05200" y="2530870"/>
            <a:ext cx="3200400" cy="216428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33" name="Reserved text space 32">
            <a:extLst>
              <a:ext uri="{FF2B5EF4-FFF2-40B4-BE49-F238E27FC236}">
                <a16:creationId xmlns:a16="http://schemas.microsoft.com/office/drawing/2014/main" id="{AB8D343A-8010-C989-7C3E-07E4FA5193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05200" y="2750473"/>
            <a:ext cx="3200400" cy="216428"/>
          </a:xfrm>
        </p:spPr>
        <p:txBody>
          <a:bodyPr lIns="0" tIns="0" rIns="0" bIns="0"/>
          <a:lstStyle>
            <a:lvl1pPr>
              <a:defRPr sz="1200"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GB"/>
              <a:t>Level (Partner…)</a:t>
            </a:r>
          </a:p>
        </p:txBody>
      </p:sp>
      <p:sp>
        <p:nvSpPr>
          <p:cNvPr id="6" name="Reserved text space 20" descr=" ">
            <a:extLst>
              <a:ext uri="{FF2B5EF4-FFF2-40B4-BE49-F238E27FC236}">
                <a16:creationId xmlns:a16="http://schemas.microsoft.com/office/drawing/2014/main" id="{BCFD5F1C-FF20-A968-4161-E1E51A81C19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04355" y="2530870"/>
            <a:ext cx="3962399" cy="216428"/>
          </a:xfrm>
        </p:spPr>
        <p:txBody>
          <a:bodyPr lIns="0" tIns="0" rIns="0" bIns="0"/>
          <a:lstStyle>
            <a:lvl1pPr algn="r">
              <a:spcBef>
                <a:spcPts val="0"/>
              </a:spcBef>
              <a:defRPr sz="12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en-GB"/>
              <a:t>M +33 (0)6 00 00 00 00</a:t>
            </a:r>
          </a:p>
        </p:txBody>
      </p:sp>
      <p:sp>
        <p:nvSpPr>
          <p:cNvPr id="7" name="Reserved text space 20">
            <a:extLst>
              <a:ext uri="{FF2B5EF4-FFF2-40B4-BE49-F238E27FC236}">
                <a16:creationId xmlns:a16="http://schemas.microsoft.com/office/drawing/2014/main" id="{362E9999-54D0-9609-C250-6C47FCB0D35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804355" y="2750473"/>
            <a:ext cx="3962399" cy="216428"/>
          </a:xfrm>
        </p:spPr>
        <p:txBody>
          <a:bodyPr lIns="0" tIns="0" rIns="0" bIns="0"/>
          <a:lstStyle>
            <a:lvl1pPr algn="r">
              <a:spcBef>
                <a:spcPts val="0"/>
              </a:spcBef>
              <a:defRPr sz="12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en-GB" err="1"/>
              <a:t>firstname.lastname@wavestone.com</a:t>
            </a:r>
            <a:endParaRPr lang="en-GB"/>
          </a:p>
        </p:txBody>
      </p:sp>
      <p:sp>
        <p:nvSpPr>
          <p:cNvPr id="25" name="Reserved text space 20">
            <a:extLst>
              <a:ext uri="{FF2B5EF4-FFF2-40B4-BE49-F238E27FC236}">
                <a16:creationId xmlns:a16="http://schemas.microsoft.com/office/drawing/2014/main" id="{73274A50-E871-4BB3-341F-B175B1EDCE1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05200" y="3203254"/>
            <a:ext cx="3200400" cy="216428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26" name="Reserved text space 32">
            <a:extLst>
              <a:ext uri="{FF2B5EF4-FFF2-40B4-BE49-F238E27FC236}">
                <a16:creationId xmlns:a16="http://schemas.microsoft.com/office/drawing/2014/main" id="{49EBBC22-6A9A-EC69-F46C-1D7F3D42D25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05200" y="3422857"/>
            <a:ext cx="3200400" cy="216428"/>
          </a:xfrm>
        </p:spPr>
        <p:txBody>
          <a:bodyPr lIns="0" tIns="0" rIns="0" bIns="0"/>
          <a:lstStyle>
            <a:lvl1pPr>
              <a:defRPr sz="1200"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GB"/>
              <a:t>Level (Partner…)</a:t>
            </a:r>
          </a:p>
        </p:txBody>
      </p:sp>
      <p:sp>
        <p:nvSpPr>
          <p:cNvPr id="27" name="Reserved text space 20">
            <a:extLst>
              <a:ext uri="{FF2B5EF4-FFF2-40B4-BE49-F238E27FC236}">
                <a16:creationId xmlns:a16="http://schemas.microsoft.com/office/drawing/2014/main" id="{6EC1B314-6584-C535-82A8-96CCA873EA8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04355" y="3203254"/>
            <a:ext cx="3962399" cy="216428"/>
          </a:xfrm>
        </p:spPr>
        <p:txBody>
          <a:bodyPr lIns="0" tIns="0" rIns="0" bIns="0"/>
          <a:lstStyle>
            <a:lvl1pPr algn="r">
              <a:spcBef>
                <a:spcPts val="0"/>
              </a:spcBef>
              <a:defRPr sz="12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en-GB"/>
              <a:t>M +33 (0)6 00 00 00 00</a:t>
            </a:r>
          </a:p>
        </p:txBody>
      </p:sp>
      <p:sp>
        <p:nvSpPr>
          <p:cNvPr id="28" name="Reserved text space 20">
            <a:extLst>
              <a:ext uri="{FF2B5EF4-FFF2-40B4-BE49-F238E27FC236}">
                <a16:creationId xmlns:a16="http://schemas.microsoft.com/office/drawing/2014/main" id="{B0666091-54E8-E6F8-3E84-62F367E8F89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04355" y="3422857"/>
            <a:ext cx="3962399" cy="216428"/>
          </a:xfrm>
        </p:spPr>
        <p:txBody>
          <a:bodyPr lIns="0" tIns="0" rIns="0" bIns="0"/>
          <a:lstStyle>
            <a:lvl1pPr algn="r">
              <a:spcBef>
                <a:spcPts val="0"/>
              </a:spcBef>
              <a:defRPr sz="12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en-GB" err="1"/>
              <a:t>firstname.lastname@wavestone.com</a:t>
            </a:r>
            <a:endParaRPr lang="en-GB"/>
          </a:p>
        </p:txBody>
      </p:sp>
      <p:sp>
        <p:nvSpPr>
          <p:cNvPr id="29" name="Reserved text space 20">
            <a:extLst>
              <a:ext uri="{FF2B5EF4-FFF2-40B4-BE49-F238E27FC236}">
                <a16:creationId xmlns:a16="http://schemas.microsoft.com/office/drawing/2014/main" id="{D5487482-8BA9-F55C-36B8-4F51D8B779A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05200" y="3894275"/>
            <a:ext cx="3200400" cy="216428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30" name="Reserved text space 32">
            <a:extLst>
              <a:ext uri="{FF2B5EF4-FFF2-40B4-BE49-F238E27FC236}">
                <a16:creationId xmlns:a16="http://schemas.microsoft.com/office/drawing/2014/main" id="{8D168342-CD64-D367-CA11-A7F115E8DFF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505200" y="4113878"/>
            <a:ext cx="3200400" cy="216428"/>
          </a:xfrm>
        </p:spPr>
        <p:txBody>
          <a:bodyPr lIns="0" tIns="0" rIns="0" bIns="0"/>
          <a:lstStyle>
            <a:lvl1pPr>
              <a:defRPr sz="1200"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GB"/>
              <a:t>Level (Partner…)</a:t>
            </a:r>
          </a:p>
        </p:txBody>
      </p:sp>
      <p:sp>
        <p:nvSpPr>
          <p:cNvPr id="31" name="Reserved text space 20" descr=" ">
            <a:extLst>
              <a:ext uri="{FF2B5EF4-FFF2-40B4-BE49-F238E27FC236}">
                <a16:creationId xmlns:a16="http://schemas.microsoft.com/office/drawing/2014/main" id="{57D61A6F-4D7C-F9CC-B398-A3EACFDA967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04355" y="3894275"/>
            <a:ext cx="3962399" cy="216428"/>
          </a:xfrm>
        </p:spPr>
        <p:txBody>
          <a:bodyPr lIns="0" tIns="0" rIns="0" bIns="0"/>
          <a:lstStyle>
            <a:lvl1pPr algn="r">
              <a:spcBef>
                <a:spcPts val="0"/>
              </a:spcBef>
              <a:defRPr sz="12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en-GB"/>
              <a:t>M +33 (0)6 00 00 00 00</a:t>
            </a:r>
          </a:p>
        </p:txBody>
      </p:sp>
      <p:sp>
        <p:nvSpPr>
          <p:cNvPr id="32" name="Reserved text space 20">
            <a:extLst>
              <a:ext uri="{FF2B5EF4-FFF2-40B4-BE49-F238E27FC236}">
                <a16:creationId xmlns:a16="http://schemas.microsoft.com/office/drawing/2014/main" id="{A43BC210-A7CF-7751-2002-CF662CD9EC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04355" y="4113878"/>
            <a:ext cx="3962399" cy="216428"/>
          </a:xfrm>
        </p:spPr>
        <p:txBody>
          <a:bodyPr lIns="0" tIns="0" rIns="0" bIns="0"/>
          <a:lstStyle>
            <a:lvl1pPr algn="r">
              <a:spcBef>
                <a:spcPts val="0"/>
              </a:spcBef>
              <a:defRPr sz="12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en-GB" err="1"/>
              <a:t>firstname.lastname@wavestone.com</a:t>
            </a:r>
            <a:endParaRPr lang="en-GB"/>
          </a:p>
        </p:txBody>
      </p:sp>
      <p:sp>
        <p:nvSpPr>
          <p:cNvPr id="2" name="TextBox 1" descr="Link of Wavestone website">
            <a:extLst>
              <a:ext uri="{FF2B5EF4-FFF2-40B4-BE49-F238E27FC236}">
                <a16:creationId xmlns:a16="http://schemas.microsoft.com/office/drawing/2014/main" id="{506D669B-CCDE-C66A-D502-1A770EBF63F1}"/>
              </a:ext>
            </a:extLst>
          </p:cNvPr>
          <p:cNvSpPr txBox="1">
            <a:spLocks/>
          </p:cNvSpPr>
          <p:nvPr userDrawn="1"/>
        </p:nvSpPr>
        <p:spPr>
          <a:xfrm>
            <a:off x="9713363" y="5444294"/>
            <a:ext cx="2053390" cy="468000"/>
          </a:xfrm>
          <a:prstGeom prst="rect">
            <a:avLst/>
          </a:prstGeom>
          <a:grpFill/>
        </p:spPr>
        <p:txBody>
          <a:bodyPr wrap="square" lIns="144000" tIns="0" rIns="0" bIns="0" anchor="b">
            <a:noAutofit/>
          </a:bodyPr>
          <a:lstStyle>
            <a:defPPr>
              <a:defRPr lang="en-US"/>
            </a:defPPr>
            <a:lvl1pPr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100" b="0" baseline="0">
                <a:solidFill>
                  <a:schemeClr val="bg1"/>
                </a:solidFill>
              </a:defRPr>
            </a:lvl1pPr>
            <a:lvl2pPr marL="0" indent="0">
              <a:spcBef>
                <a:spcPts val="500"/>
              </a:spcBef>
              <a:buClr>
                <a:schemeClr val="tx2"/>
              </a:buClr>
              <a:buSzPct val="105000"/>
              <a:buFontTx/>
              <a:buNone/>
              <a:defRPr>
                <a:solidFill>
                  <a:srgbClr val="6D6D6D"/>
                </a:solidFill>
              </a:defRPr>
            </a:lvl2pPr>
            <a:lvl3pPr marL="180000" indent="-180000">
              <a:spcBef>
                <a:spcPts val="500"/>
              </a:spcBef>
              <a:buClr>
                <a:schemeClr val="tx2"/>
              </a:buClr>
              <a:buFont typeface="Calibri" panose="020F0502020204030204" pitchFamily="34" charset="0"/>
              <a:buChar char="›"/>
              <a:defRPr sz="1600">
                <a:solidFill>
                  <a:srgbClr val="6D6D6D"/>
                </a:solidFill>
              </a:defRPr>
            </a:lvl3pPr>
            <a:lvl4pPr marL="367200" indent="-187200">
              <a:spcBef>
                <a:spcPts val="500"/>
              </a:spcBef>
              <a:buFont typeface="Symbol" panose="05050102010706020507" pitchFamily="18" charset="2"/>
              <a:buChar char="-"/>
              <a:defRPr sz="1600">
                <a:solidFill>
                  <a:srgbClr val="6D6D6D"/>
                </a:solidFill>
              </a:defRPr>
            </a:lvl4pPr>
            <a:lvl5pPr marL="576000" indent="-187200">
              <a:spcBef>
                <a:spcPts val="5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400">
                <a:solidFill>
                  <a:srgbClr val="6D6D6D"/>
                </a:solidFill>
              </a:defRPr>
            </a:lvl5pPr>
            <a:lvl6pPr marL="766763" indent="-185738">
              <a:spcBef>
                <a:spcPts val="500"/>
              </a:spcBef>
              <a:buClr>
                <a:schemeClr val="tx2"/>
              </a:buClr>
              <a:buFont typeface="Calibri" panose="020F0502020204030204" pitchFamily="34" charset="0"/>
              <a:buChar char="»"/>
              <a:defRPr sz="1400">
                <a:solidFill>
                  <a:srgbClr val="6D6D6D"/>
                </a:solidFill>
              </a:defRPr>
            </a:lvl6pPr>
            <a:lvl7pPr marL="766800" indent="-187200">
              <a:spcBef>
                <a:spcPts val="500"/>
              </a:spcBef>
              <a:buClr>
                <a:schemeClr val="tx2"/>
              </a:buClr>
              <a:buFont typeface="Calibri" panose="020F0502020204030204" pitchFamily="34" charset="0"/>
              <a:buChar char="»"/>
              <a:defRPr sz="1400" baseline="0">
                <a:solidFill>
                  <a:srgbClr val="6D6D6D"/>
                </a:solidFill>
              </a:defRPr>
            </a:lvl7pPr>
            <a:lvl8pPr marL="766800" indent="-187200">
              <a:spcBef>
                <a:spcPts val="500"/>
              </a:spcBef>
              <a:buClr>
                <a:schemeClr val="tx2"/>
              </a:buClr>
              <a:buFont typeface="Calibri" panose="020F0502020204030204" pitchFamily="34" charset="0"/>
              <a:buChar char="»"/>
              <a:defRPr sz="1400" baseline="0">
                <a:solidFill>
                  <a:srgbClr val="6D6D6D"/>
                </a:solidFill>
              </a:defRPr>
            </a:lvl8pPr>
            <a:lvl9pPr marL="766800" indent="-187200">
              <a:spcBef>
                <a:spcPts val="500"/>
              </a:spcBef>
              <a:buClr>
                <a:schemeClr val="tx2"/>
              </a:buClr>
              <a:buFont typeface="Calibri" panose="020F0502020204030204" pitchFamily="34" charset="0"/>
              <a:buChar char="»"/>
              <a:defRPr sz="1400" baseline="0">
                <a:solidFill>
                  <a:srgbClr val="6D6D6D"/>
                </a:solidFill>
              </a:defRPr>
            </a:lvl9pPr>
          </a:lstStyle>
          <a:p>
            <a:pPr algn="r"/>
            <a:r>
              <a:rPr lang="en-GB" err="1">
                <a:solidFill>
                  <a:schemeClr val="bg1">
                    <a:lumMod val="100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Wavestone.com</a:t>
            </a:r>
            <a:r>
              <a:rPr lang="en-GB">
                <a:solidFill>
                  <a:schemeClr val="bg1">
                    <a:lumMod val="100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GB">
              <a:solidFill>
                <a:schemeClr val="bg1">
                  <a:lumMod val="10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2840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p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Strokes">
            <a:extLst>
              <a:ext uri="{FF2B5EF4-FFF2-40B4-BE49-F238E27FC236}">
                <a16:creationId xmlns:a16="http://schemas.microsoft.com/office/drawing/2014/main" id="{36158397-7922-7808-3EBB-40FF3BD47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3454940"/>
            <a:ext cx="12192863" cy="3429232"/>
            <a:chOff x="0" y="1716074"/>
            <a:chExt cx="12192863" cy="3429232"/>
          </a:xfrm>
        </p:grpSpPr>
        <p:sp>
          <p:nvSpPr>
            <p:cNvPr id="11" name="Graphic 2">
              <a:extLst>
                <a:ext uri="{FF2B5EF4-FFF2-40B4-BE49-F238E27FC236}">
                  <a16:creationId xmlns:a16="http://schemas.microsoft.com/office/drawing/2014/main" id="{655EDE39-E769-AEDF-3462-0F941FB35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1716074"/>
              <a:ext cx="12192863" cy="2183025"/>
            </a:xfrm>
            <a:custGeom>
              <a:avLst/>
              <a:gdLst>
                <a:gd name="connsiteX0" fmla="*/ 0 w 12192863"/>
                <a:gd name="connsiteY0" fmla="*/ 1435691 h 2183025"/>
                <a:gd name="connsiteX1" fmla="*/ 12192864 w 12192863"/>
                <a:gd name="connsiteY1" fmla="*/ 0 h 2183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92863" h="2183025">
                  <a:moveTo>
                    <a:pt x="0" y="1435691"/>
                  </a:moveTo>
                  <a:cubicBezTo>
                    <a:pt x="0" y="1435691"/>
                    <a:pt x="6346390" y="3849908"/>
                    <a:pt x="12192864" y="0"/>
                  </a:cubicBezTo>
                </a:path>
              </a:pathLst>
            </a:custGeom>
            <a:noFill/>
            <a:ln w="28575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Graphic 1">
              <a:extLst>
                <a:ext uri="{FF2B5EF4-FFF2-40B4-BE49-F238E27FC236}">
                  <a16:creationId xmlns:a16="http://schemas.microsoft.com/office/drawing/2014/main" id="{86159E8B-F7C4-AF3D-7CC5-8086F546F9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74851" y="2876302"/>
              <a:ext cx="8218012" cy="2269004"/>
            </a:xfrm>
            <a:custGeom>
              <a:avLst/>
              <a:gdLst>
                <a:gd name="connsiteX0" fmla="*/ 0 w 8218012"/>
                <a:gd name="connsiteY0" fmla="*/ 2269005 h 2269004"/>
                <a:gd name="connsiteX1" fmla="*/ 8218013 w 8218012"/>
                <a:gd name="connsiteY1" fmla="*/ 220620 h 226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18012" h="2269004">
                  <a:moveTo>
                    <a:pt x="0" y="2269005"/>
                  </a:moveTo>
                  <a:cubicBezTo>
                    <a:pt x="0" y="2269005"/>
                    <a:pt x="2755579" y="-840171"/>
                    <a:pt x="8218013" y="220620"/>
                  </a:cubicBezTo>
                </a:path>
              </a:pathLst>
            </a:custGeom>
            <a:noFill/>
            <a:ln w="28575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3" name="Wavestone logo">
            <a:extLst>
              <a:ext uri="{FF2B5EF4-FFF2-40B4-BE49-F238E27FC236}">
                <a16:creationId xmlns:a16="http://schemas.microsoft.com/office/drawing/2014/main" id="{FCE59BC8-8DCF-C998-920E-2153958C030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24990" y="2473051"/>
            <a:ext cx="2740755" cy="1911898"/>
          </a:xfrm>
          <a:prstGeom prst="rect">
            <a:avLst/>
          </a:prstGeom>
        </p:spPr>
      </p:pic>
      <p:pic>
        <p:nvPicPr>
          <p:cNvPr id="2" name="Wavestone logo" descr="Wavestone">
            <a:extLst>
              <a:ext uri="{FF2B5EF4-FFF2-40B4-BE49-F238E27FC236}">
                <a16:creationId xmlns:a16="http://schemas.microsoft.com/office/drawing/2014/main" id="{5A854C3D-F8B2-9131-091B-C497D2FE4F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724990" y="2473051"/>
            <a:ext cx="2740754" cy="191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7325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page blue">
    <p:bg>
      <p:bgPr>
        <a:gradFill>
          <a:gsLst>
            <a:gs pos="0">
              <a:schemeClr val="bg2"/>
            </a:gs>
            <a:gs pos="100000">
              <a:schemeClr val="accent3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Strokes">
            <a:extLst>
              <a:ext uri="{FF2B5EF4-FFF2-40B4-BE49-F238E27FC236}">
                <a16:creationId xmlns:a16="http://schemas.microsoft.com/office/drawing/2014/main" id="{36158397-7922-7808-3EBB-40FF3BD47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3454940"/>
            <a:ext cx="12192863" cy="3429232"/>
            <a:chOff x="0" y="1716074"/>
            <a:chExt cx="12192863" cy="3429232"/>
          </a:xfrm>
        </p:grpSpPr>
        <p:sp>
          <p:nvSpPr>
            <p:cNvPr id="11" name="Graphic 2">
              <a:extLst>
                <a:ext uri="{FF2B5EF4-FFF2-40B4-BE49-F238E27FC236}">
                  <a16:creationId xmlns:a16="http://schemas.microsoft.com/office/drawing/2014/main" id="{655EDE39-E769-AEDF-3462-0F941FB35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1716074"/>
              <a:ext cx="12192863" cy="2183025"/>
            </a:xfrm>
            <a:custGeom>
              <a:avLst/>
              <a:gdLst>
                <a:gd name="connsiteX0" fmla="*/ 0 w 12192863"/>
                <a:gd name="connsiteY0" fmla="*/ 1435691 h 2183025"/>
                <a:gd name="connsiteX1" fmla="*/ 12192864 w 12192863"/>
                <a:gd name="connsiteY1" fmla="*/ 0 h 2183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92863" h="2183025">
                  <a:moveTo>
                    <a:pt x="0" y="1435691"/>
                  </a:moveTo>
                  <a:cubicBezTo>
                    <a:pt x="0" y="1435691"/>
                    <a:pt x="6346390" y="3849908"/>
                    <a:pt x="12192864" y="0"/>
                  </a:cubicBezTo>
                </a:path>
              </a:pathLst>
            </a:custGeom>
            <a:noFill/>
            <a:ln w="28575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Graphic 1">
              <a:extLst>
                <a:ext uri="{FF2B5EF4-FFF2-40B4-BE49-F238E27FC236}">
                  <a16:creationId xmlns:a16="http://schemas.microsoft.com/office/drawing/2014/main" id="{86159E8B-F7C4-AF3D-7CC5-8086F546F9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74851" y="2876302"/>
              <a:ext cx="8218012" cy="2269004"/>
            </a:xfrm>
            <a:custGeom>
              <a:avLst/>
              <a:gdLst>
                <a:gd name="connsiteX0" fmla="*/ 0 w 8218012"/>
                <a:gd name="connsiteY0" fmla="*/ 2269005 h 2269004"/>
                <a:gd name="connsiteX1" fmla="*/ 8218013 w 8218012"/>
                <a:gd name="connsiteY1" fmla="*/ 220620 h 226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18012" h="2269004">
                  <a:moveTo>
                    <a:pt x="0" y="2269005"/>
                  </a:moveTo>
                  <a:cubicBezTo>
                    <a:pt x="0" y="2269005"/>
                    <a:pt x="2755579" y="-840171"/>
                    <a:pt x="8218013" y="220620"/>
                  </a:cubicBezTo>
                </a:path>
              </a:pathLst>
            </a:custGeom>
            <a:noFill/>
            <a:ln w="28575" cap="flat" cmpd="sng" algn="ctr">
              <a:solidFill>
                <a:schemeClr val="bg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2" name="Wavestone logo">
            <a:extLst>
              <a:ext uri="{FF2B5EF4-FFF2-40B4-BE49-F238E27FC236}">
                <a16:creationId xmlns:a16="http://schemas.microsoft.com/office/drawing/2014/main" id="{18A26B22-0010-124F-9D10-6168ECB23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24990" y="2473051"/>
            <a:ext cx="2740754" cy="1911897"/>
          </a:xfrm>
          <a:prstGeom prst="rect">
            <a:avLst/>
          </a:prstGeom>
        </p:spPr>
      </p:pic>
      <p:pic>
        <p:nvPicPr>
          <p:cNvPr id="9" name="Wavestone logo" descr="Wavestone">
            <a:extLst>
              <a:ext uri="{FF2B5EF4-FFF2-40B4-BE49-F238E27FC236}">
                <a16:creationId xmlns:a16="http://schemas.microsoft.com/office/drawing/2014/main" id="{ECB92486-172C-3288-900C-9E56B3D04EB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724990" y="2473051"/>
            <a:ext cx="2740755" cy="191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907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SP Agenda Section" hidden="1">
            <a:extLst>
              <a:ext uri="{FF2B5EF4-FFF2-40B4-BE49-F238E27FC236}">
                <a16:creationId xmlns:a16="http://schemas.microsoft.com/office/drawing/2014/main" id="{F2857B72-76E8-416F-990A-0E465F5B54C7}"/>
              </a:ext>
            </a:extLst>
          </p:cNvPr>
          <p:cNvGrpSpPr>
            <a:grpSpLocks/>
          </p:cNvGrpSpPr>
          <p:nvPr userDrawn="1"/>
        </p:nvGrpSpPr>
        <p:grpSpPr>
          <a:xfrm>
            <a:off x="466609" y="1295400"/>
            <a:ext cx="11258782" cy="552002"/>
            <a:chOff x="350973" y="1196307"/>
            <a:chExt cx="6173651" cy="552002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F1FB3B8E-CCCB-4799-86AC-E6E1C7DEB80B}"/>
                </a:ext>
              </a:extLst>
            </p:cNvPr>
            <p:cNvSpPr>
              <a:spLocks/>
            </p:cNvSpPr>
            <p:nvPr userDrawn="1"/>
          </p:nvSpPr>
          <p:spPr>
            <a:xfrm>
              <a:off x="350973" y="1196307"/>
              <a:ext cx="792000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53129" marR="0" lvl="0" indent="-28575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GB" sz="1600" b="1" i="0" kern="1200" cap="none" baseline="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&lt;N&gt;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9B50CB9-7FA6-4B89-BE45-50C8B85C7E72}"/>
                </a:ext>
              </a:extLst>
            </p:cNvPr>
            <p:cNvSpPr>
              <a:spLocks/>
            </p:cNvSpPr>
            <p:nvPr userDrawn="1"/>
          </p:nvSpPr>
          <p:spPr>
            <a:xfrm>
              <a:off x="887873" y="1196308"/>
              <a:ext cx="4498711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en-GB" sz="160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&lt;TEXT&gt;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14E5980-B6EF-4F21-8788-F077C72B0FF0}"/>
                </a:ext>
              </a:extLst>
            </p:cNvPr>
            <p:cNvSpPr>
              <a:spLocks/>
            </p:cNvSpPr>
            <p:nvPr userDrawn="1"/>
          </p:nvSpPr>
          <p:spPr>
            <a:xfrm>
              <a:off x="6009095" y="1196308"/>
              <a:ext cx="515529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en-GB" sz="923" b="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Page &lt;P&gt;</a:t>
              </a:r>
            </a:p>
          </p:txBody>
        </p:sp>
      </p:grpSp>
      <p:grpSp>
        <p:nvGrpSpPr>
          <p:cNvPr id="55" name="SP Agenda Section Highlight" hidden="1">
            <a:extLst>
              <a:ext uri="{FF2B5EF4-FFF2-40B4-BE49-F238E27FC236}">
                <a16:creationId xmlns:a16="http://schemas.microsoft.com/office/drawing/2014/main" id="{AF096DB6-BE40-42C7-B292-AB2B0E3628DC}"/>
              </a:ext>
            </a:extLst>
          </p:cNvPr>
          <p:cNvGrpSpPr>
            <a:grpSpLocks/>
          </p:cNvGrpSpPr>
          <p:nvPr userDrawn="1"/>
        </p:nvGrpSpPr>
        <p:grpSpPr>
          <a:xfrm>
            <a:off x="466610" y="1828800"/>
            <a:ext cx="11258783" cy="552002"/>
            <a:chOff x="350973" y="1196307"/>
            <a:chExt cx="6173652" cy="552002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88DDC6B-5ECF-498B-8DBA-366E2A3A0B1D}"/>
                </a:ext>
              </a:extLst>
            </p:cNvPr>
            <p:cNvSpPr>
              <a:spLocks/>
            </p:cNvSpPr>
            <p:nvPr userDrawn="1"/>
          </p:nvSpPr>
          <p:spPr>
            <a:xfrm>
              <a:off x="350973" y="1196307"/>
              <a:ext cx="792000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53129" marR="0" lvl="0" indent="-28575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GB" sz="1600" b="1" i="0" kern="1200" cap="none" baseline="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&lt;N&gt;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CCAC344-1E2F-48B9-95CE-33982A7D3EFB}"/>
                </a:ext>
              </a:extLst>
            </p:cNvPr>
            <p:cNvSpPr>
              <a:spLocks/>
            </p:cNvSpPr>
            <p:nvPr userDrawn="1"/>
          </p:nvSpPr>
          <p:spPr>
            <a:xfrm>
              <a:off x="892008" y="1196308"/>
              <a:ext cx="4498711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en-GB" sz="1600" b="1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&lt;TEXT&gt;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A7C46F4-B4A6-461C-AAB6-CCDBCD1DCB81}"/>
                </a:ext>
              </a:extLst>
            </p:cNvPr>
            <p:cNvSpPr>
              <a:spLocks/>
            </p:cNvSpPr>
            <p:nvPr userDrawn="1"/>
          </p:nvSpPr>
          <p:spPr>
            <a:xfrm>
              <a:off x="6009095" y="1196308"/>
              <a:ext cx="515530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en-GB" sz="923" b="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Page &lt;P&gt;</a:t>
              </a:r>
            </a:p>
          </p:txBody>
        </p:sp>
      </p:grpSp>
      <p:grpSp>
        <p:nvGrpSpPr>
          <p:cNvPr id="59" name="SP Agenda Subsection" hidden="1">
            <a:extLst>
              <a:ext uri="{FF2B5EF4-FFF2-40B4-BE49-F238E27FC236}">
                <a16:creationId xmlns:a16="http://schemas.microsoft.com/office/drawing/2014/main" id="{A68D29B9-A522-4D76-9EEA-80D6DB90932E}"/>
              </a:ext>
            </a:extLst>
          </p:cNvPr>
          <p:cNvGrpSpPr>
            <a:grpSpLocks/>
          </p:cNvGrpSpPr>
          <p:nvPr userDrawn="1"/>
        </p:nvGrpSpPr>
        <p:grpSpPr>
          <a:xfrm>
            <a:off x="1655395" y="2356260"/>
            <a:ext cx="10052532" cy="552002"/>
            <a:chOff x="350973" y="1196307"/>
            <a:chExt cx="5512215" cy="552002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B4CD365-D4A9-4D87-8F1A-E7CBEE002C65}"/>
                </a:ext>
              </a:extLst>
            </p:cNvPr>
            <p:cNvSpPr>
              <a:spLocks/>
            </p:cNvSpPr>
            <p:nvPr userDrawn="1"/>
          </p:nvSpPr>
          <p:spPr>
            <a:xfrm>
              <a:off x="350973" y="1196307"/>
              <a:ext cx="792000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GB" sz="1400" b="1" i="0" kern="1200" cap="none" baseline="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&lt;N&gt;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59E57C0-7D15-4D42-99B0-388B0AD38040}"/>
                </a:ext>
              </a:extLst>
            </p:cNvPr>
            <p:cNvSpPr>
              <a:spLocks/>
            </p:cNvSpPr>
            <p:nvPr userDrawn="1"/>
          </p:nvSpPr>
          <p:spPr>
            <a:xfrm>
              <a:off x="685464" y="1196308"/>
              <a:ext cx="4498711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en-GB" sz="140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&lt;TEXT&gt;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90BE66A-B31C-40B5-8209-60FA2F2E0D99}"/>
                </a:ext>
              </a:extLst>
            </p:cNvPr>
            <p:cNvSpPr>
              <a:spLocks/>
            </p:cNvSpPr>
            <p:nvPr userDrawn="1"/>
          </p:nvSpPr>
          <p:spPr>
            <a:xfrm>
              <a:off x="5347657" y="1196308"/>
              <a:ext cx="515531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en-GB" sz="923" b="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Page &lt;P&gt;</a:t>
              </a:r>
            </a:p>
          </p:txBody>
        </p:sp>
      </p:grpSp>
      <p:grpSp>
        <p:nvGrpSpPr>
          <p:cNvPr id="63" name="SP Agenda Subsection Highlight" hidden="1">
            <a:extLst>
              <a:ext uri="{FF2B5EF4-FFF2-40B4-BE49-F238E27FC236}">
                <a16:creationId xmlns:a16="http://schemas.microsoft.com/office/drawing/2014/main" id="{0AC8024E-800F-4D27-81F5-31D2DEC50AB7}"/>
              </a:ext>
            </a:extLst>
          </p:cNvPr>
          <p:cNvGrpSpPr>
            <a:grpSpLocks/>
          </p:cNvGrpSpPr>
          <p:nvPr userDrawn="1"/>
        </p:nvGrpSpPr>
        <p:grpSpPr>
          <a:xfrm>
            <a:off x="1655395" y="2908261"/>
            <a:ext cx="10069996" cy="552002"/>
            <a:chOff x="746973" y="1196307"/>
            <a:chExt cx="5521791" cy="552002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0B5CDE7-2CF2-495E-81C2-BBB8131B9DBC}"/>
                </a:ext>
              </a:extLst>
            </p:cNvPr>
            <p:cNvSpPr>
              <a:spLocks/>
            </p:cNvSpPr>
            <p:nvPr userDrawn="1"/>
          </p:nvSpPr>
          <p:spPr>
            <a:xfrm>
              <a:off x="746973" y="1196307"/>
              <a:ext cx="792000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GB" sz="1400" b="1" i="0" kern="1200" cap="none" baseline="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&lt;N&gt;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27B3B1A-DD17-4FB3-8083-0E50D87656B3}"/>
                </a:ext>
              </a:extLst>
            </p:cNvPr>
            <p:cNvSpPr>
              <a:spLocks/>
            </p:cNvSpPr>
            <p:nvPr userDrawn="1"/>
          </p:nvSpPr>
          <p:spPr>
            <a:xfrm>
              <a:off x="1084075" y="1196308"/>
              <a:ext cx="4498711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en-GB" sz="1400" b="1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&lt;TEXT&gt;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8399873-18C4-49BB-9AC4-3A8655D4B77C}"/>
                </a:ext>
              </a:extLst>
            </p:cNvPr>
            <p:cNvSpPr>
              <a:spLocks/>
            </p:cNvSpPr>
            <p:nvPr userDrawn="1"/>
          </p:nvSpPr>
          <p:spPr>
            <a:xfrm>
              <a:off x="5753232" y="1196308"/>
              <a:ext cx="515532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en-GB" sz="920" b="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Page &lt;P&gt;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3AFF9E-7AF4-00F6-F416-A6EC779451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4" y="404664"/>
            <a:ext cx="11342769" cy="93677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AGENDA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16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SP Agenda Section" hidden="1">
            <a:extLst>
              <a:ext uri="{FF2B5EF4-FFF2-40B4-BE49-F238E27FC236}">
                <a16:creationId xmlns:a16="http://schemas.microsoft.com/office/drawing/2014/main" id="{F2857B72-76E8-416F-990A-0E465F5B54C7}"/>
              </a:ext>
            </a:extLst>
          </p:cNvPr>
          <p:cNvGrpSpPr>
            <a:grpSpLocks/>
          </p:cNvGrpSpPr>
          <p:nvPr userDrawn="1"/>
        </p:nvGrpSpPr>
        <p:grpSpPr>
          <a:xfrm>
            <a:off x="466609" y="1295400"/>
            <a:ext cx="11258782" cy="552002"/>
            <a:chOff x="350973" y="1196307"/>
            <a:chExt cx="6173651" cy="552002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F1FB3B8E-CCCB-4799-86AC-E6E1C7DEB80B}"/>
                </a:ext>
              </a:extLst>
            </p:cNvPr>
            <p:cNvSpPr>
              <a:spLocks/>
            </p:cNvSpPr>
            <p:nvPr userDrawn="1"/>
          </p:nvSpPr>
          <p:spPr>
            <a:xfrm>
              <a:off x="350973" y="1196307"/>
              <a:ext cx="792000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53129" marR="0" lvl="0" indent="-28575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GB" sz="1600" b="1" i="0" kern="1200" cap="none" baseline="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&lt;N&gt;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9B50CB9-7FA6-4B89-BE45-50C8B85C7E72}"/>
                </a:ext>
              </a:extLst>
            </p:cNvPr>
            <p:cNvSpPr>
              <a:spLocks/>
            </p:cNvSpPr>
            <p:nvPr userDrawn="1"/>
          </p:nvSpPr>
          <p:spPr>
            <a:xfrm>
              <a:off x="887928" y="1196308"/>
              <a:ext cx="4498711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en-GB" sz="160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&lt;TEXT&gt;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14E5980-B6EF-4F21-8788-F077C72B0FF0}"/>
                </a:ext>
              </a:extLst>
            </p:cNvPr>
            <p:cNvSpPr>
              <a:spLocks/>
            </p:cNvSpPr>
            <p:nvPr userDrawn="1"/>
          </p:nvSpPr>
          <p:spPr>
            <a:xfrm>
              <a:off x="6009095" y="1196308"/>
              <a:ext cx="515529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en-GB" sz="923" b="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Page &lt;P&gt;</a:t>
              </a:r>
            </a:p>
          </p:txBody>
        </p:sp>
      </p:grpSp>
      <p:grpSp>
        <p:nvGrpSpPr>
          <p:cNvPr id="55" name="SP Agenda Section Highlight" hidden="1">
            <a:extLst>
              <a:ext uri="{FF2B5EF4-FFF2-40B4-BE49-F238E27FC236}">
                <a16:creationId xmlns:a16="http://schemas.microsoft.com/office/drawing/2014/main" id="{AF096DB6-BE40-42C7-B292-AB2B0E3628DC}"/>
              </a:ext>
            </a:extLst>
          </p:cNvPr>
          <p:cNvGrpSpPr>
            <a:grpSpLocks/>
          </p:cNvGrpSpPr>
          <p:nvPr userDrawn="1"/>
        </p:nvGrpSpPr>
        <p:grpSpPr>
          <a:xfrm>
            <a:off x="466610" y="1828800"/>
            <a:ext cx="11258783" cy="552002"/>
            <a:chOff x="350973" y="1196307"/>
            <a:chExt cx="6173652" cy="552002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88DDC6B-5ECF-498B-8DBA-366E2A3A0B1D}"/>
                </a:ext>
              </a:extLst>
            </p:cNvPr>
            <p:cNvSpPr>
              <a:spLocks/>
            </p:cNvSpPr>
            <p:nvPr userDrawn="1"/>
          </p:nvSpPr>
          <p:spPr>
            <a:xfrm>
              <a:off x="350973" y="1196307"/>
              <a:ext cx="792000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53129" marR="0" lvl="0" indent="-28575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GB" sz="1600" b="1" i="0" kern="1200" cap="none" baseline="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&lt;N&gt;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CCAC344-1E2F-48B9-95CE-33982A7D3EFB}"/>
                </a:ext>
              </a:extLst>
            </p:cNvPr>
            <p:cNvSpPr>
              <a:spLocks/>
            </p:cNvSpPr>
            <p:nvPr userDrawn="1"/>
          </p:nvSpPr>
          <p:spPr>
            <a:xfrm>
              <a:off x="891565" y="1196308"/>
              <a:ext cx="4498711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en-GB" sz="1600" b="1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&lt;TEXT&gt;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A7C46F4-B4A6-461C-AAB6-CCDBCD1DCB81}"/>
                </a:ext>
              </a:extLst>
            </p:cNvPr>
            <p:cNvSpPr>
              <a:spLocks/>
            </p:cNvSpPr>
            <p:nvPr userDrawn="1"/>
          </p:nvSpPr>
          <p:spPr>
            <a:xfrm>
              <a:off x="6009095" y="1196308"/>
              <a:ext cx="515530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en-GB" sz="923" b="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Page &lt;P&gt;</a:t>
              </a:r>
            </a:p>
          </p:txBody>
        </p:sp>
      </p:grpSp>
      <p:grpSp>
        <p:nvGrpSpPr>
          <p:cNvPr id="59" name="SP Agenda Subsection" hidden="1">
            <a:extLst>
              <a:ext uri="{FF2B5EF4-FFF2-40B4-BE49-F238E27FC236}">
                <a16:creationId xmlns:a16="http://schemas.microsoft.com/office/drawing/2014/main" id="{A68D29B9-A522-4D76-9EEA-80D6DB90932E}"/>
              </a:ext>
            </a:extLst>
          </p:cNvPr>
          <p:cNvGrpSpPr>
            <a:grpSpLocks/>
          </p:cNvGrpSpPr>
          <p:nvPr userDrawn="1"/>
        </p:nvGrpSpPr>
        <p:grpSpPr>
          <a:xfrm>
            <a:off x="1655388" y="2356260"/>
            <a:ext cx="10073477" cy="552002"/>
            <a:chOff x="746969" y="1196307"/>
            <a:chExt cx="5523700" cy="552002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B4CD365-D4A9-4D87-8F1A-E7CBEE002C65}"/>
                </a:ext>
              </a:extLst>
            </p:cNvPr>
            <p:cNvSpPr>
              <a:spLocks/>
            </p:cNvSpPr>
            <p:nvPr userDrawn="1"/>
          </p:nvSpPr>
          <p:spPr>
            <a:xfrm>
              <a:off x="746969" y="1196307"/>
              <a:ext cx="792000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GB" sz="1400" b="1" i="0" kern="1200" cap="none" baseline="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&lt;N&gt;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59E57C0-7D15-4D42-99B0-388B0AD38040}"/>
                </a:ext>
              </a:extLst>
            </p:cNvPr>
            <p:cNvSpPr>
              <a:spLocks/>
            </p:cNvSpPr>
            <p:nvPr userDrawn="1"/>
          </p:nvSpPr>
          <p:spPr>
            <a:xfrm>
              <a:off x="1082549" y="1196307"/>
              <a:ext cx="4498711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en-GB" sz="140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&lt;TEXT&gt;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90BE66A-B31C-40B5-8209-60FA2F2E0D99}"/>
                </a:ext>
              </a:extLst>
            </p:cNvPr>
            <p:cNvSpPr>
              <a:spLocks/>
            </p:cNvSpPr>
            <p:nvPr userDrawn="1"/>
          </p:nvSpPr>
          <p:spPr>
            <a:xfrm>
              <a:off x="5755138" y="1196308"/>
              <a:ext cx="515531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en-GB" sz="920" b="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Page &lt;P&gt;</a:t>
              </a:r>
            </a:p>
          </p:txBody>
        </p:sp>
      </p:grpSp>
      <p:grpSp>
        <p:nvGrpSpPr>
          <p:cNvPr id="63" name="SP Agenda Subsection Highlight" hidden="1">
            <a:extLst>
              <a:ext uri="{FF2B5EF4-FFF2-40B4-BE49-F238E27FC236}">
                <a16:creationId xmlns:a16="http://schemas.microsoft.com/office/drawing/2014/main" id="{0AC8024E-800F-4D27-81F5-31D2DEC50AB7}"/>
              </a:ext>
            </a:extLst>
          </p:cNvPr>
          <p:cNvGrpSpPr>
            <a:grpSpLocks/>
          </p:cNvGrpSpPr>
          <p:nvPr userDrawn="1"/>
        </p:nvGrpSpPr>
        <p:grpSpPr>
          <a:xfrm>
            <a:off x="1655388" y="2908261"/>
            <a:ext cx="10070003" cy="552002"/>
            <a:chOff x="746969" y="1196307"/>
            <a:chExt cx="5521795" cy="552002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0B5CDE7-2CF2-495E-81C2-BBB8131B9DBC}"/>
                </a:ext>
              </a:extLst>
            </p:cNvPr>
            <p:cNvSpPr>
              <a:spLocks/>
            </p:cNvSpPr>
            <p:nvPr userDrawn="1"/>
          </p:nvSpPr>
          <p:spPr>
            <a:xfrm>
              <a:off x="746969" y="1196307"/>
              <a:ext cx="792000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GB" sz="1400" b="1" i="0" kern="1200" cap="none" baseline="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&lt;N&gt;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27B3B1A-DD17-4FB3-8083-0E50D87656B3}"/>
                </a:ext>
              </a:extLst>
            </p:cNvPr>
            <p:cNvSpPr>
              <a:spLocks/>
            </p:cNvSpPr>
            <p:nvPr userDrawn="1"/>
          </p:nvSpPr>
          <p:spPr>
            <a:xfrm>
              <a:off x="1084287" y="1196308"/>
              <a:ext cx="4498711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en-GB" sz="1400" b="1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&lt;TEXT&gt;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8399873-18C4-49BB-9AC4-3A8655D4B77C}"/>
                </a:ext>
              </a:extLst>
            </p:cNvPr>
            <p:cNvSpPr>
              <a:spLocks/>
            </p:cNvSpPr>
            <p:nvPr userDrawn="1"/>
          </p:nvSpPr>
          <p:spPr>
            <a:xfrm>
              <a:off x="5753232" y="1196308"/>
              <a:ext cx="515532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en-GB" sz="920" b="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Page &lt;P&gt;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0AE165A-1031-B297-11E7-059175CA5C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4" y="404664"/>
            <a:ext cx="11342769" cy="93677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AGENDA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92392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, Color &amp; Font 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title placeholder 1">
            <a:extLst>
              <a:ext uri="{FF2B5EF4-FFF2-40B4-BE49-F238E27FC236}">
                <a16:creationId xmlns:a16="http://schemas.microsoft.com/office/drawing/2014/main" id="{D1B40373-C58F-9D2F-924E-36B7D28F88E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355" y="144313"/>
            <a:ext cx="11342769" cy="260499"/>
          </a:xfrm>
          <a:prstGeom prst="rect">
            <a:avLst/>
          </a:prstGeom>
        </p:spPr>
        <p:txBody>
          <a:bodyPr lIns="0" tIns="0" rIns="0" bIns="0" anchor="b"/>
          <a:lstStyle>
            <a:lvl1pPr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en-GB" sz="1000" noProof="0">
                <a:solidFill>
                  <a:schemeClr val="accent3"/>
                </a:solidFill>
                <a:latin typeface="+mn-lt"/>
              </a:rPr>
              <a:t>How to use the Wavestone ppt template</a:t>
            </a:r>
          </a:p>
        </p:txBody>
      </p:sp>
      <p:sp>
        <p:nvSpPr>
          <p:cNvPr id="36" name="Rectangle 27" descr="&#10;">
            <a:extLst>
              <a:ext uri="{FF2B5EF4-FFF2-40B4-BE49-F238E27FC236}">
                <a16:creationId xmlns:a16="http://schemas.microsoft.com/office/drawing/2014/main" id="{6B98A922-1EA3-FA8D-5567-CE76BABC216D}"/>
              </a:ext>
            </a:extLst>
          </p:cNvPr>
          <p:cNvSpPr>
            <a:spLocks/>
          </p:cNvSpPr>
          <p:nvPr userDrawn="1"/>
        </p:nvSpPr>
        <p:spPr>
          <a:xfrm>
            <a:off x="9414901" y="414067"/>
            <a:ext cx="2163674" cy="822103"/>
          </a:xfrm>
          <a:prstGeom prst="roundRect">
            <a:avLst>
              <a:gd name="adj" fmla="val 8171"/>
            </a:avLst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noProof="0">
                <a:solidFill>
                  <a:schemeClr val="bg2">
                    <a:lumMod val="100000"/>
                  </a:schemeClr>
                </a:solidFill>
                <a:latin typeface="+mj-lt"/>
              </a:rPr>
              <a:t>Design Tip IV: </a:t>
            </a:r>
            <a:r>
              <a:rPr lang="en-GB" sz="1200" b="0" baseline="0" noProof="0">
                <a:solidFill>
                  <a:schemeClr val="bg2">
                    <a:lumMod val="100000"/>
                  </a:schemeClr>
                </a:solidFill>
                <a:latin typeface="+mj-lt"/>
              </a:rPr>
              <a:t> </a:t>
            </a:r>
            <a:r>
              <a:rPr lang="en-GB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Do not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forget to check the guides box, and do not add text out of them</a:t>
            </a:r>
            <a:r>
              <a:rPr lang="en-GB" sz="1200">
                <a:solidFill>
                  <a:schemeClr val="tx1">
                    <a:lumMod val="100000"/>
                  </a:schemeClr>
                </a:solidFill>
              </a:rPr>
              <a:t> </a:t>
            </a:r>
            <a:r>
              <a:rPr lang="en-GB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(View &gt; Guides)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964B1C5-C358-871B-CA19-F74DB0D2D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5" y="404664"/>
            <a:ext cx="2440268" cy="93677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Text, Color</a:t>
            </a:r>
            <a:br>
              <a:rPr lang="en-US"/>
            </a:br>
            <a:r>
              <a:rPr lang="en-US"/>
              <a:t>&amp; Font guidelines</a:t>
            </a:r>
            <a:endParaRPr lang="en-GB"/>
          </a:p>
        </p:txBody>
      </p:sp>
      <p:sp>
        <p:nvSpPr>
          <p:cNvPr id="4" name="Copyright Wavestone and page 4">
            <a:extLst>
              <a:ext uri="{FF2B5EF4-FFF2-40B4-BE49-F238E27FC236}">
                <a16:creationId xmlns:a16="http://schemas.microsoft.com/office/drawing/2014/main" id="{59F3967A-8196-D78B-8AC8-7BE6285CE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 bwMode="ltGray">
          <a:xfrm>
            <a:off x="10591800" y="6578600"/>
            <a:ext cx="1189038" cy="239774"/>
          </a:xfrm>
          <a:prstGeom prst="rect">
            <a:avLst/>
          </a:prstGeom>
        </p:spPr>
        <p:txBody>
          <a:bodyPr lIns="0" r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173C6A"/>
              </a:buClr>
              <a:buSzTx/>
              <a:buFontTx/>
              <a:buNone/>
              <a:tabLst/>
              <a:defRPr/>
            </a:pPr>
            <a:r>
              <a:rPr lang="en-GB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</a:rPr>
              <a:t>© </a:t>
            </a:r>
            <a:r>
              <a:rPr lang="en-GB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  <a:cs typeface="Poppins" panose="00000500000000000000" pitchFamily="2" charset="0"/>
              </a:rPr>
              <a:t>WAVESTONE</a:t>
            </a:r>
            <a:r>
              <a:rPr lang="en-GB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</a:rPr>
              <a:t> | </a:t>
            </a:r>
            <a:fld id="{55EE84F1-812F-F440-AFF9-6DD93A744E0D}" type="slidenum">
              <a:rPr lang="en-GB" sz="700" smtClean="0">
                <a:solidFill>
                  <a:schemeClr val="bg2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173C6A"/>
                </a:buClr>
                <a:buSzTx/>
                <a:buFontTx/>
                <a:buNone/>
                <a:tabLst/>
                <a:defRPr/>
              </a:pPr>
              <a:t>‹#›</a:t>
            </a:fld>
            <a:endParaRPr lang="en-GB" sz="700">
              <a:solidFill>
                <a:schemeClr val="bg2">
                  <a:lumMod val="100000"/>
                </a:schemeClr>
              </a:solidFill>
              <a:latin typeface="+mn-lt"/>
              <a:cs typeface="Poppins Light" panose="00000400000000000000" pitchFamily="2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0EFBAA3-3951-D57F-B5D0-D5EB9F22E558}"/>
              </a:ext>
            </a:extLst>
          </p:cNvPr>
          <p:cNvSpPr txBox="1">
            <a:spLocks/>
          </p:cNvSpPr>
          <p:nvPr userDrawn="1"/>
        </p:nvSpPr>
        <p:spPr>
          <a:xfrm>
            <a:off x="423984" y="1314192"/>
            <a:ext cx="6509251" cy="260498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200" u="sng">
                <a:solidFill>
                  <a:schemeClr val="bg2"/>
                </a:solidFill>
                <a:latin typeface="+mj-lt"/>
              </a:rPr>
              <a:t>Colors of Wavestone </a:t>
            </a:r>
            <a:r>
              <a:rPr lang="en-GB" sz="1200" u="sng" err="1">
                <a:solidFill>
                  <a:schemeClr val="bg2"/>
                </a:solidFill>
                <a:latin typeface="+mj-lt"/>
              </a:rPr>
              <a:t>Powerpoint</a:t>
            </a:r>
            <a:r>
              <a:rPr lang="en-GB" sz="1200" u="sng">
                <a:solidFill>
                  <a:schemeClr val="bg2"/>
                </a:solidFill>
                <a:latin typeface="+mj-lt"/>
              </a:rPr>
              <a:t> Slide Master and associated hexadecimal &amp; RGB </a:t>
            </a:r>
            <a:r>
              <a:rPr lang="en-GB" sz="1200" u="sng" err="1">
                <a:solidFill>
                  <a:schemeClr val="bg2"/>
                </a:solidFill>
                <a:latin typeface="+mj-lt"/>
              </a:rPr>
              <a:t>color</a:t>
            </a:r>
            <a:r>
              <a:rPr lang="en-GB" sz="1200" u="sng">
                <a:solidFill>
                  <a:schemeClr val="bg2"/>
                </a:solidFill>
                <a:latin typeface="+mj-lt"/>
              </a:rPr>
              <a:t> codes 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ACC97AC-7336-CE31-D199-F838B137CA57}"/>
              </a:ext>
            </a:extLst>
          </p:cNvPr>
          <p:cNvSpPr txBox="1">
            <a:spLocks/>
          </p:cNvSpPr>
          <p:nvPr userDrawn="1"/>
        </p:nvSpPr>
        <p:spPr>
          <a:xfrm>
            <a:off x="3446461" y="1563560"/>
            <a:ext cx="1252416" cy="257369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200">
                <a:solidFill>
                  <a:schemeClr val="bg2"/>
                </a:solidFill>
                <a:latin typeface="+mj-lt"/>
              </a:rPr>
              <a:t>BRAND COLORS</a:t>
            </a:r>
          </a:p>
        </p:txBody>
      </p:sp>
      <p:graphicFrame>
        <p:nvGraphicFramePr>
          <p:cNvPr id="20" name="Chart 3">
            <a:extLst>
              <a:ext uri="{FF2B5EF4-FFF2-40B4-BE49-F238E27FC236}">
                <a16:creationId xmlns:a16="http://schemas.microsoft.com/office/drawing/2014/main" id="{2B9737E1-5C1E-93B8-F0F0-963264348992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790961718"/>
              </p:ext>
            </p:extLst>
          </p:nvPr>
        </p:nvGraphicFramePr>
        <p:xfrm>
          <a:off x="423982" y="1682534"/>
          <a:ext cx="7297615" cy="146470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31634">
                  <a:extLst>
                    <a:ext uri="{9D8B030D-6E8A-4147-A177-3AD203B41FA5}">
                      <a16:colId xmlns:a16="http://schemas.microsoft.com/office/drawing/2014/main" val="509387146"/>
                    </a:ext>
                  </a:extLst>
                </a:gridCol>
                <a:gridCol w="866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2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92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92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92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26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01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GB" sz="900" b="1" kern="1200" noProof="0">
                        <a:solidFill>
                          <a:schemeClr val="tx1">
                            <a:lumMod val="10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GB" sz="900" b="1" kern="1200" noProof="0">
                        <a:solidFill>
                          <a:schemeClr val="tx1">
                            <a:lumMod val="10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de-DE" sz="800" b="0" i="1" u="none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108000" marT="72000" marB="72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de-DE" sz="800" b="0" i="1" u="none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108000" marT="72000" marB="72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de-DE" sz="800" b="0" i="1" u="none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108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de-DE" sz="800" b="0" i="1" u="none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108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de-DE" sz="800" b="0" i="1" u="none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108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de-DE" sz="800" b="0" i="1" u="none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108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94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900" b="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Codes</a:t>
                      </a:r>
                    </a:p>
                  </a:txBody>
                  <a:tcPr marL="88615" marR="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900" b="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Background 1</a:t>
                      </a:r>
                    </a:p>
                  </a:txBody>
                  <a:tcPr marL="88615" marR="0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900" b="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1</a:t>
                      </a:r>
                    </a:p>
                  </a:txBody>
                  <a:tcPr marL="88615" marR="132923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900" b="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Background 2</a:t>
                      </a:r>
                    </a:p>
                  </a:txBody>
                  <a:tcPr marL="88615" marR="132923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900" b="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2</a:t>
                      </a:r>
                    </a:p>
                  </a:txBody>
                  <a:tcPr marL="88615" marR="132923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900" b="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Accent 1</a:t>
                      </a:r>
                    </a:p>
                  </a:txBody>
                  <a:tcPr marL="88615" marR="132923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900" b="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Accent 2</a:t>
                      </a:r>
                    </a:p>
                  </a:txBody>
                  <a:tcPr marL="88615" marR="132923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900" b="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Accent 3</a:t>
                      </a:r>
                    </a:p>
                  </a:txBody>
                  <a:tcPr marL="88615" marR="132923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67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1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Hexadecimal</a:t>
                      </a:r>
                    </a:p>
                  </a:txBody>
                  <a:tcPr marL="88615" marR="0" marT="72000" marB="7200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1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#</a:t>
                      </a:r>
                      <a:r>
                        <a:rPr lang="en-GB" sz="1000" i="1" u="none" noProof="0" err="1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FFFFFF</a:t>
                      </a:r>
                      <a:endParaRPr lang="en-GB" sz="1000" i="1" u="none" noProof="0">
                        <a:solidFill>
                          <a:schemeClr val="tx1">
                            <a:lumMod val="10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88615" marR="0" marT="72000" marB="7200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1" u="none" noProof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#000000</a:t>
                      </a:r>
                    </a:p>
                  </a:txBody>
                  <a:tcPr marL="88615" marR="132923" marT="72000" marB="7200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1" u="none" noProof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#451DC7</a:t>
                      </a:r>
                    </a:p>
                  </a:txBody>
                  <a:tcPr marL="88615" marR="132923" marT="72000" marB="7200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1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#000000</a:t>
                      </a:r>
                    </a:p>
                  </a:txBody>
                  <a:tcPr marL="88615" marR="132923" marT="72000" marB="7200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1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#04F06A</a:t>
                      </a:r>
                    </a:p>
                  </a:txBody>
                  <a:tcPr marL="88615" marR="132923" marT="72000" marB="7200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1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#CAFEE0</a:t>
                      </a:r>
                    </a:p>
                  </a:txBody>
                  <a:tcPr marL="88615" marR="132923" marT="72000" marB="7200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1" u="none" noProof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#250F6B</a:t>
                      </a:r>
                    </a:p>
                  </a:txBody>
                  <a:tcPr marL="88615" marR="132923" marT="72000" marB="7200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07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R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G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B</a:t>
                      </a:r>
                    </a:p>
                  </a:txBody>
                  <a:tcPr marL="88615" marR="88615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255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255</a:t>
                      </a:r>
                      <a:b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</a:b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255</a:t>
                      </a:r>
                    </a:p>
                  </a:txBody>
                  <a:tcPr marL="88615" marR="88615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0</a:t>
                      </a:r>
                    </a:p>
                  </a:txBody>
                  <a:tcPr marL="88615" marR="88615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69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29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199</a:t>
                      </a:r>
                    </a:p>
                  </a:txBody>
                  <a:tcPr marL="88615" marR="88615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255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255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255</a:t>
                      </a:r>
                    </a:p>
                  </a:txBody>
                  <a:tcPr marL="88615" marR="88615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4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240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106</a:t>
                      </a:r>
                    </a:p>
                  </a:txBody>
                  <a:tcPr marL="88615" marR="88615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202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254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224</a:t>
                      </a:r>
                    </a:p>
                  </a:txBody>
                  <a:tcPr marL="88615" marR="88615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37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15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107</a:t>
                      </a:r>
                    </a:p>
                  </a:txBody>
                  <a:tcPr marL="88615" marR="88615" marT="36000" marB="36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Ellipse 23" descr="Circle highliting the Energic Green and Light Green">
            <a:extLst>
              <a:ext uri="{FF2B5EF4-FFF2-40B4-BE49-F238E27FC236}">
                <a16:creationId xmlns:a16="http://schemas.microsoft.com/office/drawing/2014/main" id="{E6FC4B06-EB78-01CC-6A75-69D4C16FDE8C}"/>
              </a:ext>
            </a:extLst>
          </p:cNvPr>
          <p:cNvSpPr/>
          <p:nvPr userDrawn="1"/>
        </p:nvSpPr>
        <p:spPr>
          <a:xfrm>
            <a:off x="4867208" y="2262429"/>
            <a:ext cx="1825690" cy="412383"/>
          </a:xfrm>
          <a:prstGeom prst="ellipse">
            <a:avLst/>
          </a:prstGeom>
          <a:noFill/>
          <a:ln w="28575">
            <a:solidFill>
              <a:srgbClr val="FF2A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600"/>
              </a:spcBef>
            </a:pPr>
            <a:endParaRPr lang="en-GB" sz="2000" err="1">
              <a:solidFill>
                <a:schemeClr val="bg2"/>
              </a:solidFill>
              <a:ea typeface="+mj-ea"/>
              <a:cs typeface="+mj-cs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8856988C-A00D-ED47-F708-AF070CA788E5}"/>
              </a:ext>
            </a:extLst>
          </p:cNvPr>
          <p:cNvSpPr txBox="1"/>
          <p:nvPr userDrawn="1"/>
        </p:nvSpPr>
        <p:spPr>
          <a:xfrm>
            <a:off x="2669246" y="3107750"/>
            <a:ext cx="6278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FF2A49"/>
                </a:solidFill>
              </a:rPr>
              <a:t>F</a:t>
            </a:r>
            <a:r>
              <a:rPr lang="en-GB" sz="1200" b="0" noProof="0">
                <a:solidFill>
                  <a:srgbClr val="FF2A49"/>
                </a:solidFill>
              </a:rPr>
              <a:t>or accessibility reasons, do not combine energetic</a:t>
            </a:r>
            <a:r>
              <a:rPr lang="en-GB" sz="1200">
                <a:solidFill>
                  <a:srgbClr val="FF2A49"/>
                </a:solidFill>
              </a:rPr>
              <a:t> </a:t>
            </a:r>
            <a:r>
              <a:rPr lang="en-GB" sz="1200" b="0" noProof="0">
                <a:solidFill>
                  <a:srgbClr val="FF2A49"/>
                </a:solidFill>
              </a:rPr>
              <a:t>and light green with light colors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noProof="0">
                <a:solidFill>
                  <a:srgbClr val="FF2A49"/>
                </a:solidFill>
              </a:rPr>
              <a:t>(</a:t>
            </a:r>
            <a:r>
              <a:rPr lang="en-GB" sz="1200">
                <a:solidFill>
                  <a:srgbClr val="FF2A49"/>
                </a:solidFill>
              </a:rPr>
              <a:t>i.e. </a:t>
            </a:r>
            <a:r>
              <a:rPr lang="en-GB" sz="1200" b="0" noProof="0">
                <a:solidFill>
                  <a:srgbClr val="FF2A49"/>
                </a:solidFill>
              </a:rPr>
              <a:t>white text on energetic green background or vice versa)</a:t>
            </a:r>
            <a:endParaRPr lang="en-GB" sz="1200" b="0" baseline="0" noProof="0">
              <a:solidFill>
                <a:srgbClr val="FF2A49"/>
              </a:solidFill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985B7646-69A1-25F4-DCC1-DFD1FEAB2722}"/>
              </a:ext>
            </a:extLst>
          </p:cNvPr>
          <p:cNvSpPr txBox="1">
            <a:spLocks/>
          </p:cNvSpPr>
          <p:nvPr userDrawn="1"/>
        </p:nvSpPr>
        <p:spPr>
          <a:xfrm>
            <a:off x="8776750" y="1563560"/>
            <a:ext cx="2587888" cy="257369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200">
                <a:solidFill>
                  <a:schemeClr val="bg2"/>
                </a:solidFill>
                <a:latin typeface="+mj-lt"/>
              </a:rPr>
              <a:t>ADDITIONAL FUNCTIONAL COLORS</a:t>
            </a:r>
          </a:p>
        </p:txBody>
      </p:sp>
      <p:graphicFrame>
        <p:nvGraphicFramePr>
          <p:cNvPr id="27" name="Chart 3">
            <a:extLst>
              <a:ext uri="{FF2B5EF4-FFF2-40B4-BE49-F238E27FC236}">
                <a16:creationId xmlns:a16="http://schemas.microsoft.com/office/drawing/2014/main" id="{F10AB6BE-2D7D-4567-DADA-E6CDD64C5FA4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000328564"/>
              </p:ext>
            </p:extLst>
          </p:nvPr>
        </p:nvGraphicFramePr>
        <p:xfrm>
          <a:off x="8410692" y="1967180"/>
          <a:ext cx="3087165" cy="117733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40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7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41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51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1737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900" b="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Colors for complex infographic only</a:t>
                      </a:r>
                    </a:p>
                  </a:txBody>
                  <a:tcPr marL="88615" marR="132923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88615" marR="132923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900" b="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Colors for PMO                             purpose only</a:t>
                      </a:r>
                    </a:p>
                  </a:txBody>
                  <a:tcPr marL="88615" marR="132923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88615" marR="132923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1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1" u="none" noProof="0">
                          <a:solidFill>
                            <a:schemeClr val="tx1"/>
                          </a:solidFill>
                          <a:latin typeface="+mn-lt"/>
                          <a:cs typeface="Arial" pitchFamily="34" charset="0"/>
                        </a:rPr>
                        <a:t>#4682b4</a:t>
                      </a:r>
                    </a:p>
                  </a:txBody>
                  <a:tcPr marL="88615" marR="132923" marT="72000" marB="720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1" u="none" noProof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#8F00FF</a:t>
                      </a:r>
                    </a:p>
                  </a:txBody>
                  <a:tcPr marL="88615" marR="132923" marT="72000" marB="720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1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#FFCA4A</a:t>
                      </a:r>
                    </a:p>
                  </a:txBody>
                  <a:tcPr marL="88615" marR="132923" marT="72000" marB="720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1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#FF2A49</a:t>
                      </a:r>
                    </a:p>
                  </a:txBody>
                  <a:tcPr marL="88615" marR="132923" marT="72000" marB="720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91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70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130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180</a:t>
                      </a:r>
                    </a:p>
                  </a:txBody>
                  <a:tcPr marL="88615" marR="88615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143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255</a:t>
                      </a:r>
                    </a:p>
                  </a:txBody>
                  <a:tcPr marL="88615" marR="88615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255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202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74</a:t>
                      </a:r>
                    </a:p>
                  </a:txBody>
                  <a:tcPr marL="88615" marR="88615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255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42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73</a:t>
                      </a:r>
                    </a:p>
                  </a:txBody>
                  <a:tcPr marL="88615" marR="88615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ZoneTexte 28">
            <a:extLst>
              <a:ext uri="{FF2B5EF4-FFF2-40B4-BE49-F238E27FC236}">
                <a16:creationId xmlns:a16="http://schemas.microsoft.com/office/drawing/2014/main" id="{2AC88C3E-2504-0944-B7AA-CB32EEE10040}"/>
              </a:ext>
            </a:extLst>
          </p:cNvPr>
          <p:cNvSpPr txBox="1">
            <a:spLocks/>
          </p:cNvSpPr>
          <p:nvPr userDrawn="1"/>
        </p:nvSpPr>
        <p:spPr>
          <a:xfrm>
            <a:off x="423984" y="3343219"/>
            <a:ext cx="11344276" cy="257369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200" b="1" u="sng">
                <a:solidFill>
                  <a:schemeClr val="bg2"/>
                </a:solidFill>
                <a:latin typeface="+mj-lt"/>
              </a:rPr>
              <a:t>Text levels and bullet lists</a:t>
            </a:r>
          </a:p>
        </p:txBody>
      </p:sp>
      <p:graphicFrame>
        <p:nvGraphicFramePr>
          <p:cNvPr id="30" name="Table 4">
            <a:extLst>
              <a:ext uri="{FF2B5EF4-FFF2-40B4-BE49-F238E27FC236}">
                <a16:creationId xmlns:a16="http://schemas.microsoft.com/office/drawing/2014/main" id="{8A773BE2-ECD9-1D16-9ED9-00BBED61660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1703280"/>
              </p:ext>
            </p:extLst>
          </p:nvPr>
        </p:nvGraphicFramePr>
        <p:xfrm>
          <a:off x="438068" y="3642799"/>
          <a:ext cx="11342770" cy="26670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456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8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36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98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387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9451">
                <a:tc>
                  <a:txBody>
                    <a:bodyPr/>
                    <a:lstStyle/>
                    <a:p>
                      <a:r>
                        <a:rPr lang="en-GB" sz="900" b="1" noProof="0"/>
                        <a:t>Level</a:t>
                      </a:r>
                    </a:p>
                  </a:txBody>
                  <a:tcPr marL="112542" marR="112542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00" b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Font</a:t>
                      </a:r>
                    </a:p>
                  </a:txBody>
                  <a:tcPr marL="112542" marR="112542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1" kern="1200" noProof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Color</a:t>
                      </a:r>
                      <a:endParaRPr lang="en-GB" sz="900" b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Font Size</a:t>
                      </a:r>
                    </a:p>
                  </a:txBody>
                  <a:tcPr marL="112542" marR="112542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Effect</a:t>
                      </a:r>
                    </a:p>
                  </a:txBody>
                  <a:tcPr marL="112542" marR="112542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00" b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Bullet </a:t>
                      </a:r>
                    </a:p>
                  </a:txBody>
                  <a:tcPr marL="112542" marR="112542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Paragraph Indentation</a:t>
                      </a:r>
                    </a:p>
                  </a:txBody>
                  <a:tcPr marL="112542" marR="112542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Paragraph Spacing</a:t>
                      </a:r>
                    </a:p>
                  </a:txBody>
                  <a:tcPr marL="112542" marR="112542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tabLst>
                          <a:tab pos="355600" algn="l"/>
                        </a:tabLst>
                      </a:pPr>
                      <a:r>
                        <a:rPr lang="en-GB" sz="1000" i="0" kern="1200" cap="none" baseline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Subtitle</a:t>
                      </a: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i="0" u="none" kern="1200" cap="none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Aptos</a:t>
                      </a: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i="0" kern="1200" cap="all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 / 15 / 107</a:t>
                      </a: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i="0" kern="1200" cap="all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i="0" kern="1200" cap="none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  <a:endParaRPr lang="en-GB" sz="1000" i="0" kern="1200" cap="all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 text = 0 cm</a:t>
                      </a: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 pt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line spacing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400" kern="1200" baseline="0">
                          <a:solidFill>
                            <a:schemeClr val="bg2">
                              <a:lumMod val="100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Title</a:t>
                      </a: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i="0" kern="1200" cap="none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Aptos </a:t>
                      </a:r>
                      <a:r>
                        <a:rPr lang="en-GB" sz="1000" i="0" kern="1200" cap="none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SemiBold</a:t>
                      </a:r>
                      <a:endParaRPr lang="en-GB" sz="1000" i="0" kern="1200" cap="none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i="0" kern="1200" cap="all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69 / 29 / 199</a:t>
                      </a: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i="0" kern="1200" cap="all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  <a:endParaRPr lang="en-GB" sz="1000" i="0" kern="1200" cap="all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 text = 0 cm</a:t>
                      </a: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 pt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line spacing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048">
                <a:tc>
                  <a:txBody>
                    <a:bodyPr/>
                    <a:lstStyle/>
                    <a:p>
                      <a:pPr lvl="0"/>
                      <a:r>
                        <a:rPr lang="en-GB" sz="1600" i="0" kern="1200" cap="none" baseline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Level 1</a:t>
                      </a: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i="0" kern="1200" cap="none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Aptos</a:t>
                      </a: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i="0" kern="1200" cap="all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 / 0 / 0</a:t>
                      </a: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i="0" kern="1200" cap="all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  <a:endParaRPr lang="en-GB" sz="1000" i="0" kern="1200" cap="all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 text </a:t>
                      </a:r>
                      <a:r>
                        <a:rPr lang="en-GB" sz="10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0 cm</a:t>
                      </a:r>
                      <a:endParaRPr lang="en-GB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 pt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Single line spacing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048">
                <a:tc>
                  <a:txBody>
                    <a:bodyPr/>
                    <a:lstStyle/>
                    <a:p>
                      <a:pPr marL="269875" indent="-269875">
                        <a:buClr>
                          <a:schemeClr val="bg2"/>
                        </a:buClr>
                        <a:buFont typeface="Avenir Next LT Pro" panose="020B0504020202020204" pitchFamily="34" charset="0"/>
                        <a:buChar char="•"/>
                        <a:tabLst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Level 2</a:t>
                      </a: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i="0" kern="1200" cap="none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Aptos</a:t>
                      </a: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i="0" kern="1200" cap="all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 / 0 / 0</a:t>
                      </a: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kern="1200" cap="none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code 2022</a:t>
                      </a: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 text </a:t>
                      </a:r>
                      <a:r>
                        <a:rPr lang="en-GB" sz="10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0,5 cm</a:t>
                      </a:r>
                      <a:endParaRPr lang="en-GB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 pt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Single line spacing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048">
                <a:tc>
                  <a:txBody>
                    <a:bodyPr/>
                    <a:lstStyle/>
                    <a:p>
                      <a:pPr marL="285750" lvl="1" indent="-285750" defTabSz="271463">
                        <a:buClr>
                          <a:schemeClr val="bg2"/>
                        </a:buClr>
                        <a:buFont typeface="Poppins" panose="00000500000000000000" pitchFamily="2" charset="0"/>
                        <a:buChar char="–"/>
                      </a:pPr>
                      <a:r>
                        <a:rPr lang="en-GB"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Level 3</a:t>
                      </a: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i="0" kern="1200" cap="none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Aptos</a:t>
                      </a: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i="0" kern="1200" cap="all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 / 0 / 0</a:t>
                      </a: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code 2013</a:t>
                      </a: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 text </a:t>
                      </a:r>
                      <a:r>
                        <a:rPr lang="en-GB" sz="10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0,5 cm</a:t>
                      </a:r>
                      <a:endParaRPr lang="en-GB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 pt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Single line spacing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048"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bg2"/>
                        </a:buClr>
                        <a:buFont typeface="Courier New" panose="02070309020205020404" pitchFamily="49" charset="0"/>
                        <a:buChar char="o"/>
                      </a:pPr>
                      <a:r>
                        <a:rPr lang="en-GB" sz="1200" kern="1200" cap="none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Level 4</a:t>
                      </a: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i="0" kern="1200" cap="none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Aptos</a:t>
                      </a: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i="0" kern="1200" cap="all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 / 0 / 0</a:t>
                      </a: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kern="1200" cap="none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kern="1200" cap="none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Tahoma" panose="020B0604030504040204" pitchFamily="34" charset="0"/>
                        <a:buNone/>
                      </a:pPr>
                      <a:r>
                        <a:rPr lang="en-GB" sz="1000" kern="1200" cap="none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Hollow round bullet</a:t>
                      </a: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 text </a:t>
                      </a:r>
                      <a:r>
                        <a:rPr lang="en-GB" sz="10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0,5 cm</a:t>
                      </a:r>
                      <a:endParaRPr lang="en-GB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 pt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Single line spacing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2" name="Rectangle: Rounded Corners 10" descr="&#10;">
            <a:extLst>
              <a:ext uri="{FF2B5EF4-FFF2-40B4-BE49-F238E27FC236}">
                <a16:creationId xmlns:a16="http://schemas.microsoft.com/office/drawing/2014/main" id="{971E7AA9-C8DB-7DA8-625B-9C30B5CC56F7}"/>
              </a:ext>
            </a:extLst>
          </p:cNvPr>
          <p:cNvSpPr>
            <a:spLocks/>
          </p:cNvSpPr>
          <p:nvPr userDrawn="1"/>
        </p:nvSpPr>
        <p:spPr>
          <a:xfrm>
            <a:off x="2892489" y="404813"/>
            <a:ext cx="1316765" cy="822103"/>
          </a:xfrm>
          <a:prstGeom prst="roundRect">
            <a:avLst>
              <a:gd name="adj" fmla="val 8171"/>
            </a:avLst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1200" b="1" noProof="0">
                <a:solidFill>
                  <a:schemeClr val="bg2"/>
                </a:solidFill>
                <a:latin typeface="+mj-lt"/>
              </a:rPr>
              <a:t>Shortcut: </a:t>
            </a:r>
            <a:r>
              <a:rPr lang="en-GB" sz="1200" b="0" noProof="0">
                <a:solidFill>
                  <a:schemeClr val="tx1">
                    <a:lumMod val="100000"/>
                  </a:schemeClr>
                </a:solidFill>
              </a:rPr>
              <a:t>to switch</a:t>
            </a:r>
            <a:r>
              <a:rPr lang="en-GB" sz="1200" b="0" baseline="0" noProof="0">
                <a:solidFill>
                  <a:schemeClr val="tx1">
                    <a:lumMod val="100000"/>
                  </a:schemeClr>
                </a:solidFill>
              </a:rPr>
              <a:t> text level, </a:t>
            </a:r>
            <a:r>
              <a:rPr lang="en-GB" sz="1200" b="0" noProof="0">
                <a:solidFill>
                  <a:schemeClr val="tx1">
                    <a:lumMod val="100000"/>
                  </a:schemeClr>
                </a:solidFill>
              </a:rPr>
              <a:t>Shift</a:t>
            </a:r>
            <a:r>
              <a:rPr lang="en-GB" sz="1200" b="0" baseline="0" noProof="0">
                <a:solidFill>
                  <a:schemeClr val="tx1">
                    <a:lumMod val="100000"/>
                  </a:schemeClr>
                </a:solidFill>
              </a:rPr>
              <a:t> + Alt + Right/Left arrow</a:t>
            </a:r>
            <a:endParaRPr lang="en-GB" sz="1200" b="0" noProof="0">
              <a:solidFill>
                <a:schemeClr val="tx1">
                  <a:lumMod val="100000"/>
                </a:schemeClr>
              </a:solidFill>
            </a:endParaRPr>
          </a:p>
        </p:txBody>
      </p:sp>
      <p:sp>
        <p:nvSpPr>
          <p:cNvPr id="33" name="Rectangle: Rounded Corners 27">
            <a:extLst>
              <a:ext uri="{FF2B5EF4-FFF2-40B4-BE49-F238E27FC236}">
                <a16:creationId xmlns:a16="http://schemas.microsoft.com/office/drawing/2014/main" id="{8FD3DE1E-4897-4430-6940-C96902AE6BB0}"/>
              </a:ext>
            </a:extLst>
          </p:cNvPr>
          <p:cNvSpPr>
            <a:spLocks/>
          </p:cNvSpPr>
          <p:nvPr userDrawn="1"/>
        </p:nvSpPr>
        <p:spPr>
          <a:xfrm>
            <a:off x="4282431" y="404814"/>
            <a:ext cx="1440495" cy="822103"/>
          </a:xfrm>
          <a:prstGeom prst="roundRect">
            <a:avLst>
              <a:gd name="adj" fmla="val 5853"/>
            </a:avLst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1200" b="1" baseline="0" noProof="0">
                <a:solidFill>
                  <a:schemeClr val="bg2"/>
                </a:solidFill>
                <a:latin typeface="+mj-lt"/>
              </a:rPr>
              <a:t>Design Tip I</a:t>
            </a:r>
            <a:r>
              <a:rPr lang="en-GB" sz="1200" b="1" baseline="0" noProof="0">
                <a:solidFill>
                  <a:schemeClr val="bg2">
                    <a:lumMod val="100000"/>
                  </a:schemeClr>
                </a:solidFill>
                <a:latin typeface="+mj-lt"/>
              </a:rPr>
              <a:t>:</a:t>
            </a:r>
            <a:r>
              <a:rPr lang="en-GB" sz="1200" b="1" baseline="0" noProof="0">
                <a:solidFill>
                  <a:schemeClr val="tx1">
                    <a:lumMod val="100000"/>
                  </a:schemeClr>
                </a:solidFill>
                <a:latin typeface="+mj-lt"/>
              </a:rPr>
              <a:t> </a:t>
            </a:r>
            <a:r>
              <a:rPr lang="en-GB" sz="120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To add </a:t>
            </a:r>
            <a:r>
              <a:rPr lang="en-GB" sz="1200" baseline="0" noProof="0">
                <a:solidFill>
                  <a:schemeClr val="bg2">
                    <a:lumMod val="100000"/>
                  </a:schemeClr>
                </a:solidFill>
                <a:latin typeface="+mj-lt"/>
              </a:rPr>
              <a:t>bold</a:t>
            </a:r>
            <a:r>
              <a:rPr lang="en-GB" sz="120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 to your words, use the shortcut Ctrl + B</a:t>
            </a:r>
          </a:p>
        </p:txBody>
      </p:sp>
      <p:sp>
        <p:nvSpPr>
          <p:cNvPr id="34" name="Rectangle 27" descr="&#10;">
            <a:extLst>
              <a:ext uri="{FF2B5EF4-FFF2-40B4-BE49-F238E27FC236}">
                <a16:creationId xmlns:a16="http://schemas.microsoft.com/office/drawing/2014/main" id="{8100216D-76EB-262D-E159-0AFC65FEA556}"/>
              </a:ext>
            </a:extLst>
          </p:cNvPr>
          <p:cNvSpPr>
            <a:spLocks/>
          </p:cNvSpPr>
          <p:nvPr userDrawn="1"/>
        </p:nvSpPr>
        <p:spPr>
          <a:xfrm>
            <a:off x="5796102" y="404814"/>
            <a:ext cx="1704559" cy="822103"/>
          </a:xfrm>
          <a:prstGeom prst="roundRect">
            <a:avLst>
              <a:gd name="adj" fmla="val 8171"/>
            </a:avLst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noProof="0">
                <a:solidFill>
                  <a:schemeClr val="bg2">
                    <a:lumMod val="100000"/>
                  </a:schemeClr>
                </a:solidFill>
                <a:latin typeface="+mj-lt"/>
              </a:rPr>
              <a:t>Design Tip II: </a:t>
            </a:r>
            <a:r>
              <a:rPr lang="en-GB" sz="1200" b="0" baseline="0" noProof="0">
                <a:solidFill>
                  <a:schemeClr val="bg2">
                    <a:lumMod val="100000"/>
                  </a:schemeClr>
                </a:solidFill>
                <a:latin typeface="+mj-lt"/>
              </a:rPr>
              <a:t> </a:t>
            </a:r>
            <a:r>
              <a:rPr lang="en-GB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Use Text 1 with Background 1 and Text 2 with Background 2</a:t>
            </a:r>
          </a:p>
        </p:txBody>
      </p:sp>
      <p:sp>
        <p:nvSpPr>
          <p:cNvPr id="35" name="Rectangle 27">
            <a:extLst>
              <a:ext uri="{FF2B5EF4-FFF2-40B4-BE49-F238E27FC236}">
                <a16:creationId xmlns:a16="http://schemas.microsoft.com/office/drawing/2014/main" id="{36E0FFAB-03B8-8A08-6D13-D0EAFCA49213}"/>
              </a:ext>
            </a:extLst>
          </p:cNvPr>
          <p:cNvSpPr>
            <a:spLocks/>
          </p:cNvSpPr>
          <p:nvPr userDrawn="1"/>
        </p:nvSpPr>
        <p:spPr>
          <a:xfrm>
            <a:off x="7573839" y="404814"/>
            <a:ext cx="1770007" cy="822103"/>
          </a:xfrm>
          <a:prstGeom prst="roundRect">
            <a:avLst>
              <a:gd name="adj" fmla="val 7592"/>
            </a:avLst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noProof="0">
                <a:solidFill>
                  <a:schemeClr val="bg2">
                    <a:lumMod val="100000"/>
                  </a:schemeClr>
                </a:solidFill>
                <a:latin typeface="+mj-lt"/>
              </a:rPr>
              <a:t>Design Tip III: </a:t>
            </a:r>
            <a:r>
              <a:rPr lang="en-GB" sz="1200" b="0" baseline="0" noProof="0">
                <a:solidFill>
                  <a:schemeClr val="bg2">
                    <a:lumMod val="100000"/>
                  </a:schemeClr>
                </a:solidFill>
                <a:latin typeface="+mj-lt"/>
              </a:rPr>
              <a:t> </a:t>
            </a:r>
            <a:r>
              <a:rPr lang="en-GB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Accent 1 and 2 are accentuation colors (≈ 5% maximum of the slide)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0" baseline="0" noProof="0">
              <a:solidFill>
                <a:schemeClr val="tx1">
                  <a:lumMod val="100000"/>
                </a:schemeClr>
              </a:solidFill>
              <a:latin typeface="+mn-lt"/>
            </a:endParaRPr>
          </a:p>
        </p:txBody>
      </p:sp>
      <p:cxnSp>
        <p:nvCxnSpPr>
          <p:cNvPr id="37" name="Straight Arrow Connector 30" descr="The arrow points to the red guides that must not be crossed.">
            <a:extLst>
              <a:ext uri="{FF2B5EF4-FFF2-40B4-BE49-F238E27FC236}">
                <a16:creationId xmlns:a16="http://schemas.microsoft.com/office/drawing/2014/main" id="{68F40A72-D081-9B9B-69BD-2DF55D1A02CD}"/>
              </a:ext>
            </a:extLst>
          </p:cNvPr>
          <p:cNvCxnSpPr>
            <a:cxnSpLocks/>
          </p:cNvCxnSpPr>
          <p:nvPr userDrawn="1"/>
        </p:nvCxnSpPr>
        <p:spPr>
          <a:xfrm>
            <a:off x="11309060" y="1241773"/>
            <a:ext cx="405236" cy="50337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Accolade ouvrante 37">
            <a:extLst>
              <a:ext uri="{FF2B5EF4-FFF2-40B4-BE49-F238E27FC236}">
                <a16:creationId xmlns:a16="http://schemas.microsoft.com/office/drawing/2014/main" id="{AA89E716-F46A-0754-C0B1-AC130838D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3926413" y="-1686353"/>
            <a:ext cx="292514" cy="7297614"/>
          </a:xfrm>
          <a:prstGeom prst="leftBrace">
            <a:avLst>
              <a:gd name="adj1" fmla="val 8333"/>
              <a:gd name="adj2" fmla="val 50453"/>
            </a:avLst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Accolade ouvrante 38">
            <a:extLst>
              <a:ext uri="{FF2B5EF4-FFF2-40B4-BE49-F238E27FC236}">
                <a16:creationId xmlns:a16="http://schemas.microsoft.com/office/drawing/2014/main" id="{39C3894B-6EC3-5C30-104C-DEF4519D3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9767709" y="436441"/>
            <a:ext cx="326373" cy="3018162"/>
          </a:xfrm>
          <a:prstGeom prst="leftBrace">
            <a:avLst>
              <a:gd name="adj1" fmla="val 8333"/>
              <a:gd name="adj2" fmla="val 50453"/>
            </a:avLst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0" name="Groupe 39" descr="The red guides run around the slide and indicate the margins to be respected between the text and the edge of the slide.">
            <a:extLst>
              <a:ext uri="{FF2B5EF4-FFF2-40B4-BE49-F238E27FC236}">
                <a16:creationId xmlns:a16="http://schemas.microsoft.com/office/drawing/2014/main" id="{C29D599E-A1E8-E49B-BDD5-5909AAFF3E73}"/>
              </a:ext>
            </a:extLst>
          </p:cNvPr>
          <p:cNvGrpSpPr/>
          <p:nvPr userDrawn="1"/>
        </p:nvGrpSpPr>
        <p:grpSpPr>
          <a:xfrm>
            <a:off x="0" y="-14436"/>
            <a:ext cx="12192000" cy="6872436"/>
            <a:chOff x="0" y="-14436"/>
            <a:chExt cx="12192000" cy="6872436"/>
          </a:xfrm>
        </p:grpSpPr>
        <p:cxnSp>
          <p:nvCxnSpPr>
            <p:cNvPr id="43" name="Straight Connector 20">
              <a:extLst>
                <a:ext uri="{FF2B5EF4-FFF2-40B4-BE49-F238E27FC236}">
                  <a16:creationId xmlns:a16="http://schemas.microsoft.com/office/drawing/2014/main" id="{BD808427-9E7D-D39B-11C0-8782E180B1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3984" y="-14436"/>
              <a:ext cx="0" cy="6872436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13">
              <a:extLst>
                <a:ext uri="{FF2B5EF4-FFF2-40B4-BE49-F238E27FC236}">
                  <a16:creationId xmlns:a16="http://schemas.microsoft.com/office/drawing/2014/main" id="{B50D0714-1003-44F7-48B7-17DB00E26D0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404813"/>
              <a:ext cx="12192000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17">
              <a:extLst>
                <a:ext uri="{FF2B5EF4-FFF2-40B4-BE49-F238E27FC236}">
                  <a16:creationId xmlns:a16="http://schemas.microsoft.com/office/drawing/2014/main" id="{CE78C61B-5C4E-5A68-C4D0-8CB087C7F65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66753" y="-14436"/>
              <a:ext cx="0" cy="6872436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21">
              <a:extLst>
                <a:ext uri="{FF2B5EF4-FFF2-40B4-BE49-F238E27FC236}">
                  <a16:creationId xmlns:a16="http://schemas.microsoft.com/office/drawing/2014/main" id="{3584A021-5771-28C1-086C-6F974EF1C2A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236414"/>
              <a:ext cx="12192000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8D16077E-064C-37D0-9ED5-6EB31B62F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08508" y="2702848"/>
            <a:ext cx="0" cy="427173"/>
          </a:xfrm>
          <a:prstGeom prst="straightConnector1">
            <a:avLst/>
          </a:prstGeom>
          <a:ln w="12700">
            <a:solidFill>
              <a:srgbClr val="FF2A4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: Shape 11">
            <a:extLst>
              <a:ext uri="{FF2B5EF4-FFF2-40B4-BE49-F238E27FC236}">
                <a16:creationId xmlns:a16="http://schemas.microsoft.com/office/drawing/2014/main" id="{B6FF329D-DE27-6A90-002D-FC08D1AF54DE}"/>
              </a:ext>
            </a:extLst>
          </p:cNvPr>
          <p:cNvSpPr/>
          <p:nvPr userDrawn="1"/>
        </p:nvSpPr>
        <p:spPr>
          <a:xfrm rot="2411869">
            <a:off x="9981437" y="247938"/>
            <a:ext cx="3151694" cy="638614"/>
          </a:xfrm>
          <a:custGeom>
            <a:avLst/>
            <a:gdLst>
              <a:gd name="connsiteX0" fmla="*/ 0 w 3151694"/>
              <a:gd name="connsiteY0" fmla="*/ 638614 h 638614"/>
              <a:gd name="connsiteX1" fmla="*/ 755756 w 3151694"/>
              <a:gd name="connsiteY1" fmla="*/ 0 h 638614"/>
              <a:gd name="connsiteX2" fmla="*/ 2612065 w 3151694"/>
              <a:gd name="connsiteY2" fmla="*/ 0 h 638614"/>
              <a:gd name="connsiteX3" fmla="*/ 3151694 w 3151694"/>
              <a:gd name="connsiteY3" fmla="*/ 638614 h 63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1694" h="638614">
                <a:moveTo>
                  <a:pt x="0" y="638614"/>
                </a:moveTo>
                <a:lnTo>
                  <a:pt x="755756" y="0"/>
                </a:lnTo>
                <a:lnTo>
                  <a:pt x="2612065" y="0"/>
                </a:lnTo>
                <a:lnTo>
                  <a:pt x="3151694" y="638614"/>
                </a:lnTo>
                <a:close/>
              </a:path>
            </a:pathLst>
          </a:custGeom>
          <a:solidFill>
            <a:srgbClr val="FF2A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>
                <a:solidFill>
                  <a:schemeClr val="bg1">
                    <a:lumMod val="100000"/>
                  </a:schemeClr>
                </a:solidFill>
                <a:ea typeface="+mj-ea"/>
                <a:cs typeface="+mj-cs"/>
              </a:rPr>
              <a:t>To be deleted</a:t>
            </a:r>
          </a:p>
        </p:txBody>
      </p:sp>
    </p:spTree>
    <p:extLst>
      <p:ext uri="{BB962C8B-B14F-4D97-AF65-F5344CB8AC3E}">
        <p14:creationId xmlns:p14="http://schemas.microsoft.com/office/powerpoint/2010/main" val="9741498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w to use of the additional functional color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964B1C5-C358-871B-CA19-F74DB0D2D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5" y="404664"/>
            <a:ext cx="11341398" cy="93677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How to use of the additional functional colors </a:t>
            </a:r>
          </a:p>
        </p:txBody>
      </p:sp>
      <p:sp>
        <p:nvSpPr>
          <p:cNvPr id="2" name="Toptitle placeholder 1">
            <a:extLst>
              <a:ext uri="{FF2B5EF4-FFF2-40B4-BE49-F238E27FC236}">
                <a16:creationId xmlns:a16="http://schemas.microsoft.com/office/drawing/2014/main" id="{D1B40373-C58F-9D2F-924E-36B7D28F88E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355" y="144313"/>
            <a:ext cx="11342769" cy="260499"/>
          </a:xfrm>
          <a:prstGeom prst="rect">
            <a:avLst/>
          </a:prstGeom>
        </p:spPr>
        <p:txBody>
          <a:bodyPr lIns="0" tIns="0" rIns="0" bIns="0" anchor="b"/>
          <a:lstStyle>
            <a:lvl1pPr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en-GB" sz="1000" noProof="0">
                <a:solidFill>
                  <a:schemeClr val="accent3"/>
                </a:solidFill>
                <a:latin typeface="+mn-lt"/>
              </a:rPr>
              <a:t>How to use the Wavestone ppt template</a:t>
            </a:r>
          </a:p>
        </p:txBody>
      </p:sp>
      <p:sp>
        <p:nvSpPr>
          <p:cNvPr id="4" name="Copyright Wavestone and page 4">
            <a:extLst>
              <a:ext uri="{FF2B5EF4-FFF2-40B4-BE49-F238E27FC236}">
                <a16:creationId xmlns:a16="http://schemas.microsoft.com/office/drawing/2014/main" id="{59F3967A-8196-D78B-8AC8-7BE6285CE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 bwMode="ltGray">
          <a:xfrm>
            <a:off x="10591800" y="6578600"/>
            <a:ext cx="1189038" cy="239774"/>
          </a:xfrm>
          <a:prstGeom prst="rect">
            <a:avLst/>
          </a:prstGeom>
        </p:spPr>
        <p:txBody>
          <a:bodyPr lIns="0" r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173C6A"/>
              </a:buClr>
              <a:buSzTx/>
              <a:buFontTx/>
              <a:buNone/>
              <a:tabLst/>
              <a:defRPr/>
            </a:pPr>
            <a:r>
              <a:rPr lang="en-GB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</a:rPr>
              <a:t>© </a:t>
            </a:r>
            <a:r>
              <a:rPr lang="en-GB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  <a:cs typeface="Poppins" panose="00000500000000000000" pitchFamily="2" charset="0"/>
              </a:rPr>
              <a:t>WAVESTONE</a:t>
            </a:r>
            <a:r>
              <a:rPr lang="en-GB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</a:rPr>
              <a:t> | </a:t>
            </a:r>
            <a:fld id="{55EE84F1-812F-F440-AFF9-6DD93A744E0D}" type="slidenum">
              <a:rPr lang="en-GB" sz="700" smtClean="0">
                <a:solidFill>
                  <a:schemeClr val="bg2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173C6A"/>
                </a:buClr>
                <a:buSzTx/>
                <a:buFontTx/>
                <a:buNone/>
                <a:tabLst/>
                <a:defRPr/>
              </a:pPr>
              <a:t>‹#›</a:t>
            </a:fld>
            <a:endParaRPr lang="en-GB" sz="700">
              <a:solidFill>
                <a:schemeClr val="bg2">
                  <a:lumMod val="100000"/>
                </a:schemeClr>
              </a:solidFill>
              <a:latin typeface="+mn-lt"/>
              <a:cs typeface="Poppins Light" panose="00000400000000000000" pitchFamily="2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0060109F-C83F-0CF3-04A6-DA51F27FCE69}"/>
              </a:ext>
            </a:extLst>
          </p:cNvPr>
          <p:cNvGrpSpPr>
            <a:grpSpLocks/>
          </p:cNvGrpSpPr>
          <p:nvPr userDrawn="1"/>
        </p:nvGrpSpPr>
        <p:grpSpPr>
          <a:xfrm>
            <a:off x="423985" y="1422045"/>
            <a:ext cx="3963236" cy="2231602"/>
            <a:chOff x="2229058" y="873051"/>
            <a:chExt cx="8128000" cy="5418667"/>
          </a:xfrm>
        </p:grpSpPr>
        <p:graphicFrame>
          <p:nvGraphicFramePr>
            <p:cNvPr id="7" name="Diagramm 4">
              <a:extLst>
                <a:ext uri="{FF2B5EF4-FFF2-40B4-BE49-F238E27FC236}">
                  <a16:creationId xmlns:a16="http://schemas.microsoft.com/office/drawing/2014/main" id="{BD6F8EAF-E0CD-885C-4DCA-B0C0D9645E6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459696542"/>
                </p:ext>
              </p:extLst>
            </p:nvPr>
          </p:nvGraphicFramePr>
          <p:xfrm>
            <a:off x="2229058" y="873051"/>
            <a:ext cx="8128000" cy="541866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1"/>
            </a:graphicData>
          </a:graphic>
        </p:graphicFrame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73DE68C6-4F7B-5FAC-9790-42C4C328D7B9}"/>
                </a:ext>
              </a:extLst>
            </p:cNvPr>
            <p:cNvSpPr/>
            <p:nvPr/>
          </p:nvSpPr>
          <p:spPr>
            <a:xfrm>
              <a:off x="5161768" y="2960586"/>
              <a:ext cx="1003612" cy="622782"/>
            </a:xfrm>
            <a:prstGeom prst="roundRect">
              <a:avLst>
                <a:gd name="adj" fmla="val 14684"/>
              </a:avLst>
            </a:prstGeom>
            <a:noFill/>
            <a:ln w="50800">
              <a:solidFill>
                <a:srgbClr val="FF2A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600"/>
                </a:spcBef>
              </a:pPr>
              <a:endParaRPr lang="en-US" sz="2000">
                <a:solidFill>
                  <a:schemeClr val="bg2"/>
                </a:solidFill>
                <a:ea typeface="+mj-ea"/>
                <a:cs typeface="+mj-cs"/>
              </a:endParaRPr>
            </a:p>
          </p:txBody>
        </p:sp>
      </p:grpSp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55A16451-D3FB-E398-A9BC-71040445FD2F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193886637"/>
              </p:ext>
            </p:extLst>
          </p:nvPr>
        </p:nvGraphicFramePr>
        <p:xfrm>
          <a:off x="-1741188" y="3450085"/>
          <a:ext cx="6789724" cy="34988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graphicFrame>
        <p:nvGraphicFramePr>
          <p:cNvPr id="11" name="Table 16">
            <a:extLst>
              <a:ext uri="{FF2B5EF4-FFF2-40B4-BE49-F238E27FC236}">
                <a16:creationId xmlns:a16="http://schemas.microsoft.com/office/drawing/2014/main" id="{30F20576-E23A-DFAB-EC1C-CA834D66D11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43287785"/>
              </p:ext>
            </p:extLst>
          </p:nvPr>
        </p:nvGraphicFramePr>
        <p:xfrm>
          <a:off x="5246253" y="1341438"/>
          <a:ext cx="5117272" cy="489584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02578">
                  <a:extLst>
                    <a:ext uri="{9D8B030D-6E8A-4147-A177-3AD203B41FA5}">
                      <a16:colId xmlns:a16="http://schemas.microsoft.com/office/drawing/2014/main" val="4217309891"/>
                    </a:ext>
                  </a:extLst>
                </a:gridCol>
                <a:gridCol w="1657347">
                  <a:extLst>
                    <a:ext uri="{9D8B030D-6E8A-4147-A177-3AD203B41FA5}">
                      <a16:colId xmlns:a16="http://schemas.microsoft.com/office/drawing/2014/main" val="3356437581"/>
                    </a:ext>
                  </a:extLst>
                </a:gridCol>
                <a:gridCol w="1657347">
                  <a:extLst>
                    <a:ext uri="{9D8B030D-6E8A-4147-A177-3AD203B41FA5}">
                      <a16:colId xmlns:a16="http://schemas.microsoft.com/office/drawing/2014/main" val="3792963261"/>
                    </a:ext>
                  </a:extLst>
                </a:gridCol>
              </a:tblGrid>
              <a:tr h="460579">
                <a:tc>
                  <a:txBody>
                    <a:bodyPr/>
                    <a:lstStyle/>
                    <a:p>
                      <a:r>
                        <a:rPr lang="en-GB" sz="1600" b="0">
                          <a:solidFill>
                            <a:schemeClr val="bg2"/>
                          </a:solidFill>
                          <a:latin typeface="+mj-lt"/>
                        </a:rPr>
                        <a:t>Projects</a:t>
                      </a:r>
                    </a:p>
                  </a:txBody>
                  <a:tcPr marL="108000" marR="108000" marT="25629" marB="2562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1600" b="0">
                          <a:solidFill>
                            <a:schemeClr val="bg2"/>
                          </a:solidFill>
                          <a:latin typeface="+mj-lt"/>
                        </a:rPr>
                        <a:t>Start-End Data</a:t>
                      </a:r>
                    </a:p>
                  </a:txBody>
                  <a:tcPr marL="108000" marR="108000" marT="25629" marB="25629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0665866"/>
                  </a:ext>
                </a:extLst>
              </a:tr>
              <a:tr h="633610"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tx1">
                              <a:lumMod val="100000"/>
                            </a:schemeClr>
                          </a:solidFill>
                        </a:rPr>
                        <a:t>Project 01</a:t>
                      </a:r>
                      <a:endParaRPr lang="en-GB" sz="1400">
                        <a:solidFill>
                          <a:schemeClr val="tx1">
                            <a:lumMod val="100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108000" marR="108000" marT="25629" marB="25629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tx1">
                              <a:lumMod val="100000"/>
                            </a:schemeClr>
                          </a:solidFill>
                        </a:rPr>
                        <a:t>Jan 01 - Feb 29</a:t>
                      </a:r>
                      <a:endParaRPr lang="en-GB" sz="1400">
                        <a:solidFill>
                          <a:schemeClr val="tx1">
                            <a:lumMod val="100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108000" marR="108000" marT="25629" marB="25629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>
                            <a:lumMod val="100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108000" marR="108000" marT="25629" marB="25629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993714"/>
                  </a:ext>
                </a:extLst>
              </a:tr>
              <a:tr h="633610"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tx1">
                              <a:lumMod val="100000"/>
                            </a:schemeClr>
                          </a:solidFill>
                        </a:rPr>
                        <a:t>Project 02</a:t>
                      </a:r>
                      <a:endParaRPr lang="en-GB" sz="1400">
                        <a:solidFill>
                          <a:schemeClr val="tx1">
                            <a:lumMod val="100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108000" marR="108000" marT="25629" marB="25629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tx1">
                              <a:lumMod val="100000"/>
                            </a:schemeClr>
                          </a:solidFill>
                        </a:rPr>
                        <a:t>Jan 01 - Mar 05</a:t>
                      </a:r>
                      <a:endParaRPr lang="en-GB" sz="1400">
                        <a:solidFill>
                          <a:schemeClr val="tx1">
                            <a:lumMod val="100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108000" marR="108000" marT="25629" marB="25629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>
                            <a:lumMod val="100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108000" marR="108000" marT="25629" marB="25629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635272"/>
                  </a:ext>
                </a:extLst>
              </a:tr>
              <a:tr h="633610"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tx1">
                              <a:lumMod val="100000"/>
                            </a:schemeClr>
                          </a:solidFill>
                        </a:rPr>
                        <a:t>Project 03</a:t>
                      </a:r>
                      <a:endParaRPr lang="en-GB" sz="1400">
                        <a:solidFill>
                          <a:schemeClr val="tx1">
                            <a:lumMod val="100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108000" marR="108000" marT="25629" marB="25629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tx1">
                              <a:lumMod val="100000"/>
                            </a:schemeClr>
                          </a:solidFill>
                        </a:rPr>
                        <a:t>Feb 10 - Apr 13</a:t>
                      </a:r>
                      <a:endParaRPr lang="en-GB" sz="1400">
                        <a:solidFill>
                          <a:schemeClr val="tx1">
                            <a:lumMod val="100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108000" marR="108000" marT="25629" marB="25629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>
                            <a:lumMod val="100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108000" marR="108000" marT="25629" marB="25629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5469755"/>
                  </a:ext>
                </a:extLst>
              </a:tr>
              <a:tr h="633610"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tx1">
                              <a:lumMod val="100000"/>
                            </a:schemeClr>
                          </a:solidFill>
                        </a:rPr>
                        <a:t>Project 04</a:t>
                      </a:r>
                      <a:endParaRPr lang="en-GB" sz="1400">
                        <a:solidFill>
                          <a:schemeClr val="tx1">
                            <a:lumMod val="100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108000" marR="108000" marT="25629" marB="25629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tx1">
                              <a:lumMod val="100000"/>
                            </a:schemeClr>
                          </a:solidFill>
                        </a:rPr>
                        <a:t>Feb 20 - May 01</a:t>
                      </a:r>
                      <a:endParaRPr lang="en-GB" sz="1400">
                        <a:solidFill>
                          <a:schemeClr val="tx1">
                            <a:lumMod val="100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108000" marR="108000" marT="25629" marB="25629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>
                            <a:lumMod val="100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108000" marR="108000" marT="25629" marB="25629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667513"/>
                  </a:ext>
                </a:extLst>
              </a:tr>
              <a:tr h="633610"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tx1">
                              <a:lumMod val="100000"/>
                            </a:schemeClr>
                          </a:solidFill>
                        </a:rPr>
                        <a:t>Project 05</a:t>
                      </a:r>
                      <a:endParaRPr lang="en-GB" sz="1400">
                        <a:solidFill>
                          <a:schemeClr val="tx1">
                            <a:lumMod val="100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108000" marR="108000" marT="25629" marB="25629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tx1">
                              <a:lumMod val="100000"/>
                            </a:schemeClr>
                          </a:solidFill>
                        </a:rPr>
                        <a:t>Mar 07 - May 15</a:t>
                      </a:r>
                      <a:endParaRPr lang="en-GB" sz="1400">
                        <a:solidFill>
                          <a:schemeClr val="tx1">
                            <a:lumMod val="100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108000" marR="108000" marT="25629" marB="25629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>
                            <a:lumMod val="100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108000" marR="108000" marT="25629" marB="25629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8785817"/>
                  </a:ext>
                </a:extLst>
              </a:tr>
              <a:tr h="633610"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tx1">
                              <a:lumMod val="100000"/>
                            </a:schemeClr>
                          </a:solidFill>
                        </a:rPr>
                        <a:t>Project 06</a:t>
                      </a:r>
                      <a:endParaRPr lang="en-GB" sz="1400">
                        <a:solidFill>
                          <a:schemeClr val="tx1">
                            <a:lumMod val="100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108000" marR="108000" marT="25629" marB="25629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tx1">
                              <a:lumMod val="100000"/>
                            </a:schemeClr>
                          </a:solidFill>
                        </a:rPr>
                        <a:t>Apr 10 - May 01</a:t>
                      </a:r>
                      <a:endParaRPr lang="en-GB" sz="1400">
                        <a:solidFill>
                          <a:schemeClr val="tx1">
                            <a:lumMod val="100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108000" marR="108000" marT="25629" marB="25629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>
                            <a:lumMod val="100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108000" marR="108000" marT="25629" marB="25629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0854258"/>
                  </a:ext>
                </a:extLst>
              </a:tr>
              <a:tr h="633610"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tx1">
                              <a:lumMod val="100000"/>
                            </a:schemeClr>
                          </a:solidFill>
                        </a:rPr>
                        <a:t>Project 07</a:t>
                      </a:r>
                      <a:endParaRPr lang="en-GB" sz="1400">
                        <a:solidFill>
                          <a:schemeClr val="tx1">
                            <a:lumMod val="100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108000" marR="108000" marT="25629" marB="25629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tx1">
                              <a:lumMod val="100000"/>
                            </a:schemeClr>
                          </a:solidFill>
                        </a:rPr>
                        <a:t>May 10 - Jun 30</a:t>
                      </a:r>
                      <a:endParaRPr lang="en-GB" sz="1400">
                        <a:solidFill>
                          <a:schemeClr val="tx1">
                            <a:lumMod val="100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108000" marR="108000" marT="25629" marB="25629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>
                            <a:lumMod val="100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108000" marR="108000" marT="25629" marB="25629"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655169"/>
                  </a:ext>
                </a:extLst>
              </a:tr>
            </a:tbl>
          </a:graphicData>
        </a:graphic>
      </p:graphicFrame>
      <p:sp>
        <p:nvSpPr>
          <p:cNvPr id="12" name="Rectangle: Rounded Corners 17">
            <a:extLst>
              <a:ext uri="{FF2B5EF4-FFF2-40B4-BE49-F238E27FC236}">
                <a16:creationId xmlns:a16="http://schemas.microsoft.com/office/drawing/2014/main" id="{0A05B90B-78DA-FC43-B8D6-17CDABCF5C6A}"/>
              </a:ext>
            </a:extLst>
          </p:cNvPr>
          <p:cNvSpPr>
            <a:spLocks/>
          </p:cNvSpPr>
          <p:nvPr userDrawn="1"/>
        </p:nvSpPr>
        <p:spPr>
          <a:xfrm>
            <a:off x="8761075" y="1974566"/>
            <a:ext cx="1152000" cy="288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SemiBold"/>
                <a:ea typeface="+mn-ea"/>
                <a:cs typeface="+mn-cs"/>
              </a:rPr>
              <a:t>Completed</a:t>
            </a:r>
          </a:p>
        </p:txBody>
      </p:sp>
      <p:sp>
        <p:nvSpPr>
          <p:cNvPr id="13" name="Rectangle: Rounded Corners 18">
            <a:extLst>
              <a:ext uri="{FF2B5EF4-FFF2-40B4-BE49-F238E27FC236}">
                <a16:creationId xmlns:a16="http://schemas.microsoft.com/office/drawing/2014/main" id="{6A5B49DF-7928-FBDB-AEBB-D6CC295ECB71}"/>
              </a:ext>
            </a:extLst>
          </p:cNvPr>
          <p:cNvSpPr>
            <a:spLocks/>
          </p:cNvSpPr>
          <p:nvPr userDrawn="1"/>
        </p:nvSpPr>
        <p:spPr>
          <a:xfrm>
            <a:off x="8761075" y="2607157"/>
            <a:ext cx="1152000" cy="288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SemiBold"/>
                <a:ea typeface="+mn-ea"/>
                <a:cs typeface="+mn-cs"/>
              </a:rPr>
              <a:t>Completed</a:t>
            </a:r>
          </a:p>
        </p:txBody>
      </p:sp>
      <p:sp>
        <p:nvSpPr>
          <p:cNvPr id="14" name="Rectangle: Rounded Corners 19">
            <a:extLst>
              <a:ext uri="{FF2B5EF4-FFF2-40B4-BE49-F238E27FC236}">
                <a16:creationId xmlns:a16="http://schemas.microsoft.com/office/drawing/2014/main" id="{5B2C4874-5722-F7B1-6280-F15ABA21204B}"/>
              </a:ext>
            </a:extLst>
          </p:cNvPr>
          <p:cNvSpPr>
            <a:spLocks/>
          </p:cNvSpPr>
          <p:nvPr userDrawn="1"/>
        </p:nvSpPr>
        <p:spPr>
          <a:xfrm>
            <a:off x="8761075" y="3239748"/>
            <a:ext cx="1152000" cy="288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SemiBold"/>
                <a:ea typeface="+mn-ea"/>
                <a:cs typeface="+mn-cs"/>
              </a:rPr>
              <a:t>Completed</a:t>
            </a:r>
          </a:p>
        </p:txBody>
      </p:sp>
      <p:sp>
        <p:nvSpPr>
          <p:cNvPr id="15" name="Rectangle: Rounded Corners 20">
            <a:extLst>
              <a:ext uri="{FF2B5EF4-FFF2-40B4-BE49-F238E27FC236}">
                <a16:creationId xmlns:a16="http://schemas.microsoft.com/office/drawing/2014/main" id="{F6A724E2-D8EC-2D6D-8D5E-FBA6F0A018FA}"/>
              </a:ext>
            </a:extLst>
          </p:cNvPr>
          <p:cNvSpPr>
            <a:spLocks/>
          </p:cNvSpPr>
          <p:nvPr userDrawn="1"/>
        </p:nvSpPr>
        <p:spPr>
          <a:xfrm>
            <a:off x="8761075" y="3872339"/>
            <a:ext cx="1152000" cy="288000"/>
          </a:xfrm>
          <a:prstGeom prst="roundRect">
            <a:avLst>
              <a:gd name="adj" fmla="val 50000"/>
            </a:avLst>
          </a:prstGeom>
          <a:solidFill>
            <a:srgbClr val="FFCA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 SemiBold"/>
                <a:ea typeface="+mn-ea"/>
                <a:cs typeface="+mn-cs"/>
              </a:rPr>
              <a:t>Ongoing</a:t>
            </a:r>
          </a:p>
        </p:txBody>
      </p:sp>
      <p:sp>
        <p:nvSpPr>
          <p:cNvPr id="18" name="Rectangle: Rounded Corners 21">
            <a:extLst>
              <a:ext uri="{FF2B5EF4-FFF2-40B4-BE49-F238E27FC236}">
                <a16:creationId xmlns:a16="http://schemas.microsoft.com/office/drawing/2014/main" id="{536BBFFD-2094-B44B-03B9-42549457791A}"/>
              </a:ext>
            </a:extLst>
          </p:cNvPr>
          <p:cNvSpPr>
            <a:spLocks/>
          </p:cNvSpPr>
          <p:nvPr userDrawn="1"/>
        </p:nvSpPr>
        <p:spPr>
          <a:xfrm>
            <a:off x="8761075" y="4504930"/>
            <a:ext cx="1152000" cy="288000"/>
          </a:xfrm>
          <a:prstGeom prst="roundRect">
            <a:avLst>
              <a:gd name="adj" fmla="val 50000"/>
            </a:avLst>
          </a:prstGeom>
          <a:solidFill>
            <a:srgbClr val="FF2A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 SemiBold"/>
                <a:ea typeface="+mn-ea"/>
                <a:cs typeface="+mn-cs"/>
              </a:rPr>
              <a:t>Issues</a:t>
            </a:r>
          </a:p>
        </p:txBody>
      </p:sp>
      <p:sp>
        <p:nvSpPr>
          <p:cNvPr id="21" name="Rectangle: Rounded Corners 22">
            <a:extLst>
              <a:ext uri="{FF2B5EF4-FFF2-40B4-BE49-F238E27FC236}">
                <a16:creationId xmlns:a16="http://schemas.microsoft.com/office/drawing/2014/main" id="{431675A2-681C-6A9C-5E20-79C492FCB478}"/>
              </a:ext>
            </a:extLst>
          </p:cNvPr>
          <p:cNvSpPr>
            <a:spLocks/>
          </p:cNvSpPr>
          <p:nvPr userDrawn="1"/>
        </p:nvSpPr>
        <p:spPr>
          <a:xfrm>
            <a:off x="8761075" y="5137521"/>
            <a:ext cx="1152000" cy="288000"/>
          </a:xfrm>
          <a:prstGeom prst="roundRect">
            <a:avLst>
              <a:gd name="adj" fmla="val 50000"/>
            </a:avLst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SemiBold"/>
                <a:ea typeface="+mn-ea"/>
                <a:cs typeface="+mn-cs"/>
              </a:rPr>
              <a:t>Not Started</a:t>
            </a:r>
          </a:p>
        </p:txBody>
      </p:sp>
      <p:sp>
        <p:nvSpPr>
          <p:cNvPr id="22" name="Rectangle: Rounded Corners 23">
            <a:extLst>
              <a:ext uri="{FF2B5EF4-FFF2-40B4-BE49-F238E27FC236}">
                <a16:creationId xmlns:a16="http://schemas.microsoft.com/office/drawing/2014/main" id="{26D31350-EE5F-7F8C-0037-43B877022DE7}"/>
              </a:ext>
            </a:extLst>
          </p:cNvPr>
          <p:cNvSpPr>
            <a:spLocks/>
          </p:cNvSpPr>
          <p:nvPr userDrawn="1"/>
        </p:nvSpPr>
        <p:spPr>
          <a:xfrm>
            <a:off x="8761075" y="5770112"/>
            <a:ext cx="1152000" cy="288000"/>
          </a:xfrm>
          <a:prstGeom prst="roundRect">
            <a:avLst>
              <a:gd name="adj" fmla="val 50000"/>
            </a:avLst>
          </a:prstGeom>
          <a:solidFill>
            <a:srgbClr val="FFCA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 SemiBold"/>
                <a:ea typeface="+mn-ea"/>
                <a:cs typeface="+mn-cs"/>
              </a:rPr>
              <a:t>Ongoing</a:t>
            </a:r>
          </a:p>
        </p:txBody>
      </p:sp>
      <p:grpSp>
        <p:nvGrpSpPr>
          <p:cNvPr id="23" name="Groupe 22" descr="Traffic light ">
            <a:extLst>
              <a:ext uri="{FF2B5EF4-FFF2-40B4-BE49-F238E27FC236}">
                <a16:creationId xmlns:a16="http://schemas.microsoft.com/office/drawing/2014/main" id="{EA73B69A-0506-0DEA-79FD-922712681564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10998880" y="2425668"/>
            <a:ext cx="504824" cy="1795982"/>
            <a:chOff x="1547813" y="902234"/>
            <a:chExt cx="504824" cy="1795982"/>
          </a:xfrm>
        </p:grpSpPr>
        <p:sp>
          <p:nvSpPr>
            <p:cNvPr id="28" name="Oval 1 [0]" hidden="1">
              <a:extLst>
                <a:ext uri="{FF2B5EF4-FFF2-40B4-BE49-F238E27FC236}">
                  <a16:creationId xmlns:a16="http://schemas.microsoft.com/office/drawing/2014/main" id="{B82BEC6A-F92C-5DEF-6BC1-604EBED7EADB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5400000">
              <a:off x="1547813" y="902234"/>
              <a:ext cx="504824" cy="504824"/>
            </a:xfrm>
            <a:prstGeom prst="ellipse">
              <a:avLst/>
            </a:prstGeom>
            <a:solidFill>
              <a:schemeClr val="tx2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Oval 2 [0]" hidden="1">
              <a:extLst>
                <a:ext uri="{FF2B5EF4-FFF2-40B4-BE49-F238E27FC236}">
                  <a16:creationId xmlns:a16="http://schemas.microsoft.com/office/drawing/2014/main" id="{7B522954-45F0-3C1F-6052-117AC046740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 rot="5400000">
              <a:off x="1547813" y="1547813"/>
              <a:ext cx="504824" cy="504824"/>
            </a:xfrm>
            <a:prstGeom prst="ellipse">
              <a:avLst/>
            </a:prstGeom>
            <a:solidFill>
              <a:schemeClr val="tx2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6" name="Oval 3 [0]" hidden="1">
              <a:extLst>
                <a:ext uri="{FF2B5EF4-FFF2-40B4-BE49-F238E27FC236}">
                  <a16:creationId xmlns:a16="http://schemas.microsoft.com/office/drawing/2014/main" id="{2489FEC7-F824-E4BE-4B01-0FDE1EF427BC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rot="5400000">
              <a:off x="1547813" y="2193392"/>
              <a:ext cx="504824" cy="504824"/>
            </a:xfrm>
            <a:prstGeom prst="ellipse">
              <a:avLst/>
            </a:prstGeom>
            <a:solidFill>
              <a:schemeClr val="tx2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" name="Oval 1 [1]" hidden="1">
              <a:extLst>
                <a:ext uri="{FF2B5EF4-FFF2-40B4-BE49-F238E27FC236}">
                  <a16:creationId xmlns:a16="http://schemas.microsoft.com/office/drawing/2014/main" id="{D2B5E57C-D875-9EC2-EFDE-C48B95CFE816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5400000">
              <a:off x="1547813" y="902234"/>
              <a:ext cx="504824" cy="504824"/>
            </a:xfrm>
            <a:prstGeom prst="ellipse">
              <a:avLst/>
            </a:prstGeom>
            <a:solidFill>
              <a:srgbClr val="FF2A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8" name="Oval 2 [1]" hidden="1">
              <a:extLst>
                <a:ext uri="{FF2B5EF4-FFF2-40B4-BE49-F238E27FC236}">
                  <a16:creationId xmlns:a16="http://schemas.microsoft.com/office/drawing/2014/main" id="{D47C1051-F5B4-BBAA-579A-76294C2A5966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 rot="5400000">
              <a:off x="1547813" y="1547813"/>
              <a:ext cx="504824" cy="504824"/>
            </a:xfrm>
            <a:prstGeom prst="ellipse">
              <a:avLst/>
            </a:prstGeom>
            <a:solidFill>
              <a:schemeClr val="tx2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9" name="Oval 3 [1]" hidden="1">
              <a:extLst>
                <a:ext uri="{FF2B5EF4-FFF2-40B4-BE49-F238E27FC236}">
                  <a16:creationId xmlns:a16="http://schemas.microsoft.com/office/drawing/2014/main" id="{BDEF1BFA-655D-48FF-9798-F420FABB1B6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 rot="5400000">
              <a:off x="1547813" y="2193392"/>
              <a:ext cx="504824" cy="504824"/>
            </a:xfrm>
            <a:prstGeom prst="ellipse">
              <a:avLst/>
            </a:prstGeom>
            <a:solidFill>
              <a:schemeClr val="tx2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0" name="Oval 1 [2]" hidden="1">
              <a:extLst>
                <a:ext uri="{FF2B5EF4-FFF2-40B4-BE49-F238E27FC236}">
                  <a16:creationId xmlns:a16="http://schemas.microsoft.com/office/drawing/2014/main" id="{AA6D3EB2-55BF-20E2-9169-55549A9BAB08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 rot="5400000">
              <a:off x="1547813" y="902234"/>
              <a:ext cx="504824" cy="504824"/>
            </a:xfrm>
            <a:prstGeom prst="ellipse">
              <a:avLst/>
            </a:prstGeom>
            <a:solidFill>
              <a:srgbClr val="FF2A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1" name="Oval 2 [2]" hidden="1">
              <a:extLst>
                <a:ext uri="{FF2B5EF4-FFF2-40B4-BE49-F238E27FC236}">
                  <a16:creationId xmlns:a16="http://schemas.microsoft.com/office/drawing/2014/main" id="{E8BAFBE4-CA33-BFB7-BCB9-4A6F0868EFF6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 rot="5400000">
              <a:off x="1547813" y="1547813"/>
              <a:ext cx="504824" cy="504824"/>
            </a:xfrm>
            <a:prstGeom prst="ellipse">
              <a:avLst/>
            </a:prstGeom>
            <a:solidFill>
              <a:srgbClr val="FFCA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2" name="Oval 3 [2]" hidden="1">
              <a:extLst>
                <a:ext uri="{FF2B5EF4-FFF2-40B4-BE49-F238E27FC236}">
                  <a16:creationId xmlns:a16="http://schemas.microsoft.com/office/drawing/2014/main" id="{A0763C6A-F7FF-AA3D-3FE8-9DBBE8829013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 rot="5400000">
              <a:off x="1547813" y="2193392"/>
              <a:ext cx="504824" cy="504824"/>
            </a:xfrm>
            <a:prstGeom prst="ellipse">
              <a:avLst/>
            </a:prstGeom>
            <a:solidFill>
              <a:schemeClr val="tx2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3" name="Oval 1 [4]">
              <a:extLst>
                <a:ext uri="{FF2B5EF4-FFF2-40B4-BE49-F238E27FC236}">
                  <a16:creationId xmlns:a16="http://schemas.microsoft.com/office/drawing/2014/main" id="{49485F17-4204-E839-1BE1-7F4AC9E10FAC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 rot="5400000">
              <a:off x="1547813" y="902234"/>
              <a:ext cx="504824" cy="504824"/>
            </a:xfrm>
            <a:prstGeom prst="ellipse">
              <a:avLst/>
            </a:prstGeom>
            <a:solidFill>
              <a:srgbClr val="FF2A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4" name="Oval 2 [4]">
              <a:extLst>
                <a:ext uri="{FF2B5EF4-FFF2-40B4-BE49-F238E27FC236}">
                  <a16:creationId xmlns:a16="http://schemas.microsoft.com/office/drawing/2014/main" id="{68F67DB8-A70B-2B4F-A2EC-3EEFDB79438D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5400000">
              <a:off x="1547813" y="1547813"/>
              <a:ext cx="504824" cy="504824"/>
            </a:xfrm>
            <a:prstGeom prst="ellipse">
              <a:avLst/>
            </a:prstGeom>
            <a:solidFill>
              <a:srgbClr val="FFCA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5" name="Oval 3 [4]">
              <a:extLst>
                <a:ext uri="{FF2B5EF4-FFF2-40B4-BE49-F238E27FC236}">
                  <a16:creationId xmlns:a16="http://schemas.microsoft.com/office/drawing/2014/main" id="{FED08F34-311E-A53E-E67E-E2009282E111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 rot="5400000">
              <a:off x="1547813" y="2193392"/>
              <a:ext cx="504824" cy="5048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6" name="Oval 1 [3]" hidden="1">
              <a:extLst>
                <a:ext uri="{FF2B5EF4-FFF2-40B4-BE49-F238E27FC236}">
                  <a16:creationId xmlns:a16="http://schemas.microsoft.com/office/drawing/2014/main" id="{49B38A42-9BA7-E8D6-8FB0-2D364D4D0BBA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 rot="5400000">
              <a:off x="1547813" y="902234"/>
              <a:ext cx="504824" cy="50482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7" name="Oval 2 [3]" hidden="1">
              <a:extLst>
                <a:ext uri="{FF2B5EF4-FFF2-40B4-BE49-F238E27FC236}">
                  <a16:creationId xmlns:a16="http://schemas.microsoft.com/office/drawing/2014/main" id="{89CDF7AC-30E5-7F90-33C8-22F546DAEA3A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 rot="5400000">
              <a:off x="1547813" y="1547813"/>
              <a:ext cx="504824" cy="504824"/>
            </a:xfrm>
            <a:prstGeom prst="ellipse">
              <a:avLst/>
            </a:prstGeom>
            <a:solidFill>
              <a:srgbClr val="FFCA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8" name="Oval 3 [3]" hidden="1">
              <a:extLst>
                <a:ext uri="{FF2B5EF4-FFF2-40B4-BE49-F238E27FC236}">
                  <a16:creationId xmlns:a16="http://schemas.microsoft.com/office/drawing/2014/main" id="{C739365F-5FD8-2D81-0179-48E8FE8B4090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 rot="5400000">
              <a:off x="1547813" y="2193392"/>
              <a:ext cx="504824" cy="504824"/>
            </a:xfrm>
            <a:prstGeom prst="ellipse">
              <a:avLst/>
            </a:prstGeom>
            <a:solidFill>
              <a:schemeClr val="tx2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9" name="Oval 1 [5]" hidden="1">
              <a:extLst>
                <a:ext uri="{FF2B5EF4-FFF2-40B4-BE49-F238E27FC236}">
                  <a16:creationId xmlns:a16="http://schemas.microsoft.com/office/drawing/2014/main" id="{6DA2EA97-1F3D-7327-B579-8ED100B4A580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 rot="5400000">
              <a:off x="1547813" y="902234"/>
              <a:ext cx="504824" cy="50482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0" name="Oval 2 [5]" hidden="1">
              <a:extLst>
                <a:ext uri="{FF2B5EF4-FFF2-40B4-BE49-F238E27FC236}">
                  <a16:creationId xmlns:a16="http://schemas.microsoft.com/office/drawing/2014/main" id="{D9C1308E-3ED9-A430-1FFA-C00566A3CDE0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 rot="5400000">
              <a:off x="1547813" y="1547813"/>
              <a:ext cx="504824" cy="50482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1" name="Oval 3 [5]" hidden="1">
              <a:extLst>
                <a:ext uri="{FF2B5EF4-FFF2-40B4-BE49-F238E27FC236}">
                  <a16:creationId xmlns:a16="http://schemas.microsoft.com/office/drawing/2014/main" id="{8CD92135-9166-3B57-DB64-D1603A3DBCFA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 rot="5400000">
              <a:off x="1547813" y="2193392"/>
              <a:ext cx="504824" cy="5048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6" name="Freeform: Shape 11">
            <a:extLst>
              <a:ext uri="{FF2B5EF4-FFF2-40B4-BE49-F238E27FC236}">
                <a16:creationId xmlns:a16="http://schemas.microsoft.com/office/drawing/2014/main" id="{B6FF329D-DE27-6A90-002D-FC08D1AF54DE}"/>
              </a:ext>
            </a:extLst>
          </p:cNvPr>
          <p:cNvSpPr/>
          <p:nvPr userDrawn="1"/>
        </p:nvSpPr>
        <p:spPr>
          <a:xfrm rot="2411869">
            <a:off x="9981437" y="247938"/>
            <a:ext cx="3151694" cy="638614"/>
          </a:xfrm>
          <a:custGeom>
            <a:avLst/>
            <a:gdLst>
              <a:gd name="connsiteX0" fmla="*/ 0 w 3151694"/>
              <a:gd name="connsiteY0" fmla="*/ 638614 h 638614"/>
              <a:gd name="connsiteX1" fmla="*/ 755756 w 3151694"/>
              <a:gd name="connsiteY1" fmla="*/ 0 h 638614"/>
              <a:gd name="connsiteX2" fmla="*/ 2612065 w 3151694"/>
              <a:gd name="connsiteY2" fmla="*/ 0 h 638614"/>
              <a:gd name="connsiteX3" fmla="*/ 3151694 w 3151694"/>
              <a:gd name="connsiteY3" fmla="*/ 638614 h 63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1694" h="638614">
                <a:moveTo>
                  <a:pt x="0" y="638614"/>
                </a:moveTo>
                <a:lnTo>
                  <a:pt x="755756" y="0"/>
                </a:lnTo>
                <a:lnTo>
                  <a:pt x="2612065" y="0"/>
                </a:lnTo>
                <a:lnTo>
                  <a:pt x="3151694" y="638614"/>
                </a:lnTo>
                <a:close/>
              </a:path>
            </a:pathLst>
          </a:custGeom>
          <a:solidFill>
            <a:srgbClr val="FF2A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>
                <a:solidFill>
                  <a:schemeClr val="bg1">
                    <a:lumMod val="100000"/>
                  </a:schemeClr>
                </a:solidFill>
                <a:ea typeface="+mj-ea"/>
                <a:cs typeface="+mj-cs"/>
              </a:rPr>
              <a:t>To be deleted</a:t>
            </a:r>
          </a:p>
        </p:txBody>
      </p:sp>
    </p:spTree>
    <p:extLst>
      <p:ext uri="{BB962C8B-B14F-4D97-AF65-F5344CB8AC3E}">
        <p14:creationId xmlns:p14="http://schemas.microsoft.com/office/powerpoint/2010/main" val="33615312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ography 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raphic  23" descr="Orange athletics track seen from above with a touch of green (grass). Clean, graphic photography.">
            <a:extLst>
              <a:ext uri="{FF2B5EF4-FFF2-40B4-BE49-F238E27FC236}">
                <a16:creationId xmlns:a16="http://schemas.microsoft.com/office/drawing/2014/main" id="{F16D04EB-8937-1B76-D220-95B4775384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/>
        </p:blipFill>
        <p:spPr>
          <a:xfrm>
            <a:off x="7101270" y="3230899"/>
            <a:ext cx="1556230" cy="1035369"/>
          </a:xfrm>
          <a:prstGeom prst="rect">
            <a:avLst/>
          </a:prstGeom>
        </p:spPr>
      </p:pic>
      <p:pic>
        <p:nvPicPr>
          <p:cNvPr id="63" name="Graphic  14" descr="Group of unidentifiable people working at a table, seen from above. ">
            <a:extLst>
              <a:ext uri="{FF2B5EF4-FFF2-40B4-BE49-F238E27FC236}">
                <a16:creationId xmlns:a16="http://schemas.microsoft.com/office/drawing/2014/main" id="{A6295D0F-B256-4661-E38E-64F5039A5E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99" r="3358"/>
          <a:stretch/>
        </p:blipFill>
        <p:spPr>
          <a:xfrm>
            <a:off x="7101269" y="4190065"/>
            <a:ext cx="1556230" cy="1055296"/>
          </a:xfrm>
          <a:prstGeom prst="rect">
            <a:avLst/>
          </a:prstGeom>
        </p:spPr>
      </p:pic>
      <p:pic>
        <p:nvPicPr>
          <p:cNvPr id="59" name="Graphic 6" descr="View from above of a square crossed by people. ">
            <a:extLst>
              <a:ext uri="{FF2B5EF4-FFF2-40B4-BE49-F238E27FC236}">
                <a16:creationId xmlns:a16="http://schemas.microsoft.com/office/drawing/2014/main" id="{23FBA323-355E-C962-B914-BE010ADD9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01270" y="5201045"/>
            <a:ext cx="1556230" cy="1035369"/>
          </a:xfrm>
          <a:prstGeom prst="rect">
            <a:avLst/>
          </a:prstGeom>
        </p:spPr>
      </p:pic>
      <p:pic>
        <p:nvPicPr>
          <p:cNvPr id="60" name="Graphic  8" descr="Rowing boat crossing the image diagonally, seen from above. Clean, graphic photography.">
            <a:extLst>
              <a:ext uri="{FF2B5EF4-FFF2-40B4-BE49-F238E27FC236}">
                <a16:creationId xmlns:a16="http://schemas.microsoft.com/office/drawing/2014/main" id="{BF4334E0-0106-7C5C-30DC-8B062C916E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51466" y="3230899"/>
            <a:ext cx="1558172" cy="1035369"/>
          </a:xfrm>
          <a:prstGeom prst="rect">
            <a:avLst/>
          </a:prstGeom>
        </p:spPr>
      </p:pic>
      <p:pic>
        <p:nvPicPr>
          <p:cNvPr id="62" name="Graphic  12" descr="Top view of a moored container ship. Graphic effect of rectangular, brightly-colored containers.">
            <a:extLst>
              <a:ext uri="{FF2B5EF4-FFF2-40B4-BE49-F238E27FC236}">
                <a16:creationId xmlns:a16="http://schemas.microsoft.com/office/drawing/2014/main" id="{4C5D95D2-1081-1361-0F67-EA49D586A9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765"/>
          <a:stretch/>
        </p:blipFill>
        <p:spPr>
          <a:xfrm>
            <a:off x="8651466" y="4190065"/>
            <a:ext cx="1558172" cy="1053975"/>
          </a:xfrm>
          <a:prstGeom prst="rect">
            <a:avLst/>
          </a:prstGeom>
        </p:spPr>
      </p:pic>
      <p:pic>
        <p:nvPicPr>
          <p:cNvPr id="58" name="Graphic  4" descr="Close view of an unidentifiable oarsman seen from above. ">
            <a:extLst>
              <a:ext uri="{FF2B5EF4-FFF2-40B4-BE49-F238E27FC236}">
                <a16:creationId xmlns:a16="http://schemas.microsoft.com/office/drawing/2014/main" id="{958FE77D-7021-15EA-6E44-757C58E001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97" t="1519" r="1178"/>
          <a:stretch/>
        </p:blipFill>
        <p:spPr>
          <a:xfrm>
            <a:off x="8651465" y="5201044"/>
            <a:ext cx="1558172" cy="1039126"/>
          </a:xfrm>
          <a:prstGeom prst="rect">
            <a:avLst/>
          </a:prstGeom>
        </p:spPr>
      </p:pic>
      <p:sp>
        <p:nvSpPr>
          <p:cNvPr id="3" name="Toptitle placeholder 1">
            <a:extLst>
              <a:ext uri="{FF2B5EF4-FFF2-40B4-BE49-F238E27FC236}">
                <a16:creationId xmlns:a16="http://schemas.microsoft.com/office/drawing/2014/main" id="{48424323-0C71-4544-CBF6-1C93EF1ECB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355" y="144313"/>
            <a:ext cx="11342769" cy="260499"/>
          </a:xfrm>
          <a:prstGeom prst="rect">
            <a:avLst/>
          </a:prstGeom>
        </p:spPr>
        <p:txBody>
          <a:bodyPr lIns="0" tIns="0" rIns="0" bIns="0" anchor="b"/>
          <a:lstStyle>
            <a:lvl1pPr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en-GB" sz="1000" noProof="0">
                <a:solidFill>
                  <a:schemeClr val="accent3"/>
                </a:solidFill>
                <a:latin typeface="+mn-lt"/>
              </a:rPr>
              <a:t>How to use the Wavestone ppt template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CCB7FA-E880-8FB2-26C1-5B89F73ABE6B}"/>
              </a:ext>
            </a:extLst>
          </p:cNvPr>
          <p:cNvSpPr txBox="1"/>
          <p:nvPr userDrawn="1"/>
        </p:nvSpPr>
        <p:spPr>
          <a:xfrm>
            <a:off x="423984" y="822120"/>
            <a:ext cx="11344154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With the rebranding of our corporate design, we will also define a new look and feel for our iconography.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images we use must be </a:t>
            </a: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authentic, clean (not overloaded) and modern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604518-1748-2D15-2E33-15456C9EFFC2}"/>
              </a:ext>
            </a:extLst>
          </p:cNvPr>
          <p:cNvSpPr txBox="1"/>
          <p:nvPr userDrawn="1"/>
        </p:nvSpPr>
        <p:spPr>
          <a:xfrm>
            <a:off x="423984" y="1593191"/>
            <a:ext cx="5428176" cy="1396142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600" b="1">
                <a:solidFill>
                  <a:schemeClr val="accent3">
                    <a:lumMod val="100000"/>
                  </a:schemeClr>
                </a:solidFill>
              </a:rPr>
              <a:t>1. People</a:t>
            </a:r>
          </a:p>
          <a:p>
            <a:r>
              <a:rPr lang="en-GB" sz="1200"/>
              <a:t>We are a people-centred company. So we should use lots of images of people. </a:t>
            </a:r>
            <a:br>
              <a:rPr lang="en-GB" sz="1200"/>
            </a:br>
            <a:r>
              <a:rPr lang="en-GB" sz="1200"/>
              <a:t>The people we show must express our values: </a:t>
            </a:r>
            <a:r>
              <a:rPr lang="en-GB" sz="1200" b="1">
                <a:solidFill>
                  <a:schemeClr val="accent3">
                    <a:lumMod val="100000"/>
                  </a:schemeClr>
                </a:solidFill>
              </a:rPr>
              <a:t>Energetic, Responsible, Together.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GB" sz="1200" b="1"/>
              <a:t>The pictures of people used must be images of our employees. </a:t>
            </a:r>
            <a:r>
              <a:rPr lang="en-GB" sz="1200" b="0"/>
              <a:t>They must represent </a:t>
            </a:r>
            <a:r>
              <a:rPr lang="en-GB" sz="1200"/>
              <a:t>positive, authentic and diverse people in focus with blurred foreground or background or eye level.</a:t>
            </a:r>
          </a:p>
        </p:txBody>
      </p:sp>
      <p:pic>
        <p:nvPicPr>
          <p:cNvPr id="38" name="Graphic  9" descr="The picture is a portrait of a smiling woman looking at the camera. A few plant stems appear in the foreground in a blurred effect. The window in the background brings brightness. ">
            <a:extLst>
              <a:ext uri="{FF2B5EF4-FFF2-40B4-BE49-F238E27FC236}">
                <a16:creationId xmlns:a16="http://schemas.microsoft.com/office/drawing/2014/main" id="{AE03EFC9-DF8F-5794-2BBD-1B73A54C1025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05" y="3230900"/>
            <a:ext cx="1464532" cy="2196246"/>
          </a:xfrm>
          <a:prstGeom prst="rect">
            <a:avLst/>
          </a:prstGeom>
        </p:spPr>
      </p:pic>
      <p:pic>
        <p:nvPicPr>
          <p:cNvPr id="39" name="Graphic  13" descr="The picture is a portrait of a smiling woman looking off into the distance. Blurred effect in the foreground. The window in the background brings brightness. ">
            <a:extLst>
              <a:ext uri="{FF2B5EF4-FFF2-40B4-BE49-F238E27FC236}">
                <a16:creationId xmlns:a16="http://schemas.microsoft.com/office/drawing/2014/main" id="{C1687472-C80B-BF3B-957A-DF0C78942B17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370" y="3230901"/>
            <a:ext cx="1462268" cy="2192257"/>
          </a:xfrm>
          <a:prstGeom prst="rect">
            <a:avLst/>
          </a:prstGeom>
        </p:spPr>
      </p:pic>
      <p:pic>
        <p:nvPicPr>
          <p:cNvPr id="42" name="Graphic 28" descr="Close-up of a woman looking into the distance, blurred effect and brightness from the window in the foreground.&#10;">
            <a:extLst>
              <a:ext uri="{FF2B5EF4-FFF2-40B4-BE49-F238E27FC236}">
                <a16:creationId xmlns:a16="http://schemas.microsoft.com/office/drawing/2014/main" id="{9489508A-2310-65BD-E654-1663212491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4890" r="2904" b="17564"/>
          <a:stretch/>
        </p:blipFill>
        <p:spPr>
          <a:xfrm>
            <a:off x="3344214" y="3234665"/>
            <a:ext cx="2530407" cy="1347609"/>
          </a:xfrm>
          <a:prstGeom prst="rect">
            <a:avLst/>
          </a:prstGeom>
        </p:spPr>
      </p:pic>
      <p:pic>
        <p:nvPicPr>
          <p:cNvPr id="43" name="Graphic  30" descr="A picture of 3 persons chatting outside, background vegetation. Trees and brightness in the background. Blurred effect at bottom left. ">
            <a:extLst>
              <a:ext uri="{FF2B5EF4-FFF2-40B4-BE49-F238E27FC236}">
                <a16:creationId xmlns:a16="http://schemas.microsoft.com/office/drawing/2014/main" id="{FB68DDAF-A6A5-F466-6103-CC57F842A2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2" t="2120" r="-427" b="11149"/>
          <a:stretch/>
        </p:blipFill>
        <p:spPr>
          <a:xfrm>
            <a:off x="425705" y="5377259"/>
            <a:ext cx="1464532" cy="860029"/>
          </a:xfrm>
          <a:prstGeom prst="rect">
            <a:avLst/>
          </a:prstGeom>
        </p:spPr>
      </p:pic>
      <p:pic>
        <p:nvPicPr>
          <p:cNvPr id="7" name="Image 6" descr="A photo of 2 people sitting on an orange sofa, chatting and smiling. Wearing neutral colors (black) in contrast with the orange. ">
            <a:extLst>
              <a:ext uri="{FF2B5EF4-FFF2-40B4-BE49-F238E27FC236}">
                <a16:creationId xmlns:a16="http://schemas.microsoft.com/office/drawing/2014/main" id="{C1C25169-6C15-1F86-B8AA-BBFB6FA01F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0" b="11271"/>
          <a:stretch/>
        </p:blipFill>
        <p:spPr>
          <a:xfrm>
            <a:off x="1883370" y="5376384"/>
            <a:ext cx="1462268" cy="860030"/>
          </a:xfrm>
          <a:prstGeom prst="rect">
            <a:avLst/>
          </a:prstGeom>
        </p:spPr>
      </p:pic>
      <p:pic>
        <p:nvPicPr>
          <p:cNvPr id="5" name="Image 4" descr="3 people wearing neutral-colored clothes (blue, white) standing and talking. Window bringing brightness in the background. ">
            <a:extLst>
              <a:ext uri="{FF2B5EF4-FFF2-40B4-BE49-F238E27FC236}">
                <a16:creationId xmlns:a16="http://schemas.microsoft.com/office/drawing/2014/main" id="{8A389D86-F66E-BEAD-2F5A-AEAC02F8BB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95" t="6630" r="-1" b="13801"/>
          <a:stretch/>
        </p:blipFill>
        <p:spPr>
          <a:xfrm>
            <a:off x="3344214" y="4577321"/>
            <a:ext cx="2530407" cy="165909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F23051DF-1717-5CF2-895E-7B49C40912DB}"/>
              </a:ext>
            </a:extLst>
          </p:cNvPr>
          <p:cNvSpPr txBox="1"/>
          <p:nvPr userDrawn="1"/>
        </p:nvSpPr>
        <p:spPr>
          <a:xfrm>
            <a:off x="7099325" y="1593191"/>
            <a:ext cx="4668691" cy="1323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2. Themes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We express the global and holistic approach of our company by using bird's eye view images. These images must be clean and have a graphic aesthetic. We will visualise the theme by using analogies.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/>
              <a:t>You can find pictures using those keywords:  </a:t>
            </a:r>
            <a:r>
              <a:rPr lang="en-GB" sz="1200"/>
              <a:t>bird‘s eye view, analogies, clean, graphic aesthetic.</a:t>
            </a:r>
          </a:p>
        </p:txBody>
      </p:sp>
      <p:sp>
        <p:nvSpPr>
          <p:cNvPr id="4" name="Wavestone copyright and page 4">
            <a:extLst>
              <a:ext uri="{FF2B5EF4-FFF2-40B4-BE49-F238E27FC236}">
                <a16:creationId xmlns:a16="http://schemas.microsoft.com/office/drawing/2014/main" id="{1FF19BEE-AB21-F1FE-5F6A-83BFBAB1A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 bwMode="ltGray">
          <a:xfrm>
            <a:off x="10591800" y="6578600"/>
            <a:ext cx="1189038" cy="239774"/>
          </a:xfrm>
          <a:prstGeom prst="rect">
            <a:avLst/>
          </a:prstGeom>
        </p:spPr>
        <p:txBody>
          <a:bodyPr lIns="0" r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173C6A"/>
              </a:buClr>
              <a:buSzTx/>
              <a:buFontTx/>
              <a:buNone/>
              <a:tabLst/>
              <a:defRPr/>
            </a:pPr>
            <a:r>
              <a:rPr lang="en-GB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</a:rPr>
              <a:t>© </a:t>
            </a:r>
            <a:r>
              <a:rPr lang="en-GB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  <a:cs typeface="Poppins" panose="00000500000000000000" pitchFamily="2" charset="0"/>
              </a:rPr>
              <a:t>WAVESTONE</a:t>
            </a:r>
            <a:r>
              <a:rPr lang="en-GB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</a:rPr>
              <a:t> | </a:t>
            </a:r>
            <a:fld id="{55EE84F1-812F-F440-AFF9-6DD93A744E0D}" type="slidenum">
              <a:rPr lang="en-GB" sz="700" smtClean="0">
                <a:solidFill>
                  <a:schemeClr val="bg2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173C6A"/>
                </a:buClr>
                <a:buSzTx/>
                <a:buFontTx/>
                <a:buNone/>
                <a:tabLst/>
                <a:defRPr/>
              </a:pPr>
              <a:t>‹#›</a:t>
            </a:fld>
            <a:endParaRPr lang="en-GB" sz="700">
              <a:solidFill>
                <a:schemeClr val="bg2">
                  <a:lumMod val="100000"/>
                </a:schemeClr>
              </a:solidFill>
              <a:latin typeface="+mn-lt"/>
              <a:cs typeface="Poppins Light" panose="00000400000000000000" pitchFamily="2" charset="0"/>
            </a:endParaRPr>
          </a:p>
        </p:txBody>
      </p:sp>
      <p:pic>
        <p:nvPicPr>
          <p:cNvPr id="64" name="Graphic  16" descr="Building and parked trucks seen from above. Graphic effect of the image as it looks like piano keys. ">
            <a:extLst>
              <a:ext uri="{FF2B5EF4-FFF2-40B4-BE49-F238E27FC236}">
                <a16:creationId xmlns:a16="http://schemas.microsoft.com/office/drawing/2014/main" id="{F50E6645-ADF8-9813-8D57-99BD057EC62A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06635" y="3230899"/>
            <a:ext cx="1560118" cy="1035369"/>
          </a:xfrm>
          <a:prstGeom prst="rect">
            <a:avLst/>
          </a:prstGeom>
        </p:spPr>
      </p:pic>
      <p:pic>
        <p:nvPicPr>
          <p:cNvPr id="61" name="Graphic  10" descr="A bird's-eye view of a winding road through nature. ">
            <a:extLst>
              <a:ext uri="{FF2B5EF4-FFF2-40B4-BE49-F238E27FC236}">
                <a16:creationId xmlns:a16="http://schemas.microsoft.com/office/drawing/2014/main" id="{9F09E55B-9B46-F82B-2926-4D5FF94DA7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274"/>
          <a:stretch/>
        </p:blipFill>
        <p:spPr>
          <a:xfrm>
            <a:off x="10206635" y="4190065"/>
            <a:ext cx="1560118" cy="1048722"/>
          </a:xfrm>
          <a:prstGeom prst="rect">
            <a:avLst/>
          </a:prstGeom>
        </p:spPr>
      </p:pic>
      <p:pic>
        <p:nvPicPr>
          <p:cNvPr id="70" name="Graphic  18" descr="Lowland landscape with several wind turbines ">
            <a:extLst>
              <a:ext uri="{FF2B5EF4-FFF2-40B4-BE49-F238E27FC236}">
                <a16:creationId xmlns:a16="http://schemas.microsoft.com/office/drawing/2014/main" id="{043A184B-7EB1-19A8-87F6-0266EEB87E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17" r="607"/>
          <a:stretch/>
        </p:blipFill>
        <p:spPr>
          <a:xfrm>
            <a:off x="10206635" y="5201043"/>
            <a:ext cx="1560118" cy="103912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06E8F8E-7ACE-6B0E-8998-99156358FA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5" y="404664"/>
            <a:ext cx="11342769" cy="346208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Iconography guidelines</a:t>
            </a:r>
            <a:endParaRPr lang="en-GB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94519134-CAD7-8BFA-4E3B-B46AAAFCF170}"/>
              </a:ext>
            </a:extLst>
          </p:cNvPr>
          <p:cNvSpPr/>
          <p:nvPr userDrawn="1"/>
        </p:nvSpPr>
        <p:spPr>
          <a:xfrm rot="2411869">
            <a:off x="9981437" y="247938"/>
            <a:ext cx="3151694" cy="638614"/>
          </a:xfrm>
          <a:custGeom>
            <a:avLst/>
            <a:gdLst>
              <a:gd name="connsiteX0" fmla="*/ 0 w 3151694"/>
              <a:gd name="connsiteY0" fmla="*/ 638614 h 638614"/>
              <a:gd name="connsiteX1" fmla="*/ 755756 w 3151694"/>
              <a:gd name="connsiteY1" fmla="*/ 0 h 638614"/>
              <a:gd name="connsiteX2" fmla="*/ 2612065 w 3151694"/>
              <a:gd name="connsiteY2" fmla="*/ 0 h 638614"/>
              <a:gd name="connsiteX3" fmla="*/ 3151694 w 3151694"/>
              <a:gd name="connsiteY3" fmla="*/ 638614 h 63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1694" h="638614">
                <a:moveTo>
                  <a:pt x="0" y="638614"/>
                </a:moveTo>
                <a:lnTo>
                  <a:pt x="755756" y="0"/>
                </a:lnTo>
                <a:lnTo>
                  <a:pt x="2612065" y="0"/>
                </a:lnTo>
                <a:lnTo>
                  <a:pt x="3151694" y="638614"/>
                </a:lnTo>
                <a:close/>
              </a:path>
            </a:pathLst>
          </a:custGeom>
          <a:solidFill>
            <a:srgbClr val="FF2A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>
                <a:solidFill>
                  <a:schemeClr val="bg1">
                    <a:lumMod val="100000"/>
                  </a:schemeClr>
                </a:solidFill>
                <a:ea typeface="+mj-ea"/>
                <a:cs typeface="+mj-cs"/>
              </a:rPr>
              <a:t>To be deleted</a:t>
            </a:r>
          </a:p>
        </p:txBody>
      </p:sp>
    </p:spTree>
    <p:extLst>
      <p:ext uri="{BB962C8B-B14F-4D97-AF65-F5344CB8AC3E}">
        <p14:creationId xmlns:p14="http://schemas.microsoft.com/office/powerpoint/2010/main" val="22212305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gital accessibility 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optitle placeholder 1">
            <a:extLst>
              <a:ext uri="{FF2B5EF4-FFF2-40B4-BE49-F238E27FC236}">
                <a16:creationId xmlns:a16="http://schemas.microsoft.com/office/drawing/2014/main" id="{7E5489D5-9567-EBF2-C236-9D5B2B1B0D1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3984" y="144313"/>
            <a:ext cx="11342769" cy="260499"/>
          </a:xfrm>
          <a:prstGeom prst="rect">
            <a:avLst/>
          </a:prstGeom>
        </p:spPr>
        <p:txBody>
          <a:bodyPr lIns="0" tIns="0" rIns="0" bIns="0" anchor="b"/>
          <a:lstStyle>
            <a:lvl1pPr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en-GB" sz="1000" noProof="0">
                <a:solidFill>
                  <a:schemeClr val="accent3"/>
                </a:solidFill>
                <a:latin typeface="+mn-lt"/>
              </a:rPr>
              <a:t>How to use the Wavestone ppt template</a:t>
            </a:r>
          </a:p>
        </p:txBody>
      </p:sp>
      <p:sp>
        <p:nvSpPr>
          <p:cNvPr id="27" name="TextBox 2">
            <a:extLst>
              <a:ext uri="{FF2B5EF4-FFF2-40B4-BE49-F238E27FC236}">
                <a16:creationId xmlns:a16="http://schemas.microsoft.com/office/drawing/2014/main" id="{85CCB7FA-E880-8FB2-26C1-5B89F73ABE6B}"/>
              </a:ext>
            </a:extLst>
          </p:cNvPr>
          <p:cNvSpPr txBox="1">
            <a:spLocks/>
          </p:cNvSpPr>
          <p:nvPr userDrawn="1"/>
        </p:nvSpPr>
        <p:spPr>
          <a:xfrm>
            <a:off x="423984" y="1341437"/>
            <a:ext cx="11344154" cy="78531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As part of its CSR* approach, Wavestone is committed to create an inclusive working environment, in particular by ensuring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digital accessibility for all. Here are a few good practices to adopt to enable everyone, and in particular people with disabilities,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to see, read and understand your documents. 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E3F9AB3F-112B-9146-AD0D-FACADBB01686}"/>
              </a:ext>
            </a:extLst>
          </p:cNvPr>
          <p:cNvSpPr txBox="1">
            <a:spLocks/>
          </p:cNvSpPr>
          <p:nvPr userDrawn="1"/>
        </p:nvSpPr>
        <p:spPr>
          <a:xfrm>
            <a:off x="423863" y="6078765"/>
            <a:ext cx="11344154" cy="1585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*Corporate Social Responsibility </a:t>
            </a:r>
          </a:p>
        </p:txBody>
      </p:sp>
      <p:sp>
        <p:nvSpPr>
          <p:cNvPr id="4" name="Rectangle 1: Rounded Corners 4">
            <a:extLst>
              <a:ext uri="{FF2B5EF4-FFF2-40B4-BE49-F238E27FC236}">
                <a16:creationId xmlns:a16="http://schemas.microsoft.com/office/drawing/2014/main" id="{3E004E1E-1B1E-9886-2985-3C7B030AF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423984" y="2181724"/>
            <a:ext cx="2727692" cy="3855794"/>
          </a:xfrm>
          <a:prstGeom prst="roundRect">
            <a:avLst>
              <a:gd name="adj" fmla="val 4754"/>
            </a:avLst>
          </a:prstGeom>
          <a:solidFill>
            <a:schemeClr val="accent6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endParaRPr lang="en-GB" sz="2000">
              <a:solidFill>
                <a:schemeClr val="bg2"/>
              </a:solidFill>
              <a:ea typeface="+mj-ea"/>
              <a:cs typeface="+mj-cs"/>
            </a:endParaRPr>
          </a:p>
        </p:txBody>
      </p:sp>
      <p:pic>
        <p:nvPicPr>
          <p:cNvPr id="57" name="Arrow 1">
            <a:extLst>
              <a:ext uri="{FF2B5EF4-FFF2-40B4-BE49-F238E27FC236}">
                <a16:creationId xmlns:a16="http://schemas.microsoft.com/office/drawing/2014/main" id="{32E57CFE-B807-8F2A-15E5-11D17B0B5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232" y="2445969"/>
            <a:ext cx="203991" cy="198424"/>
          </a:xfrm>
          <a:prstGeom prst="rect">
            <a:avLst/>
          </a:prstGeom>
        </p:spPr>
      </p:pic>
      <p:sp>
        <p:nvSpPr>
          <p:cNvPr id="8" name="TextBox 3">
            <a:extLst>
              <a:ext uri="{FF2B5EF4-FFF2-40B4-BE49-F238E27FC236}">
                <a16:creationId xmlns:a16="http://schemas.microsoft.com/office/drawing/2014/main" id="{127A9A04-5E18-8119-0D0A-01D79CAEB9E1}"/>
              </a:ext>
            </a:extLst>
          </p:cNvPr>
          <p:cNvSpPr txBox="1">
            <a:spLocks/>
          </p:cNvSpPr>
          <p:nvPr/>
        </p:nvSpPr>
        <p:spPr>
          <a:xfrm>
            <a:off x="825737" y="2422071"/>
            <a:ext cx="1534691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lvl="0" defTabSz="914400" rtl="0" eaLnBrk="1" latinLnBrk="0" hangingPunct="1"/>
            <a:r>
              <a:rPr lang="en-GB" sz="1600" i="0" kern="1200" cap="none" baseline="0">
                <a:solidFill>
                  <a:schemeClr val="bg2"/>
                </a:solidFill>
                <a:latin typeface="+mj-lt"/>
                <a:ea typeface="+mn-ea"/>
                <a:cs typeface="+mn-cs"/>
              </a:rPr>
              <a:t>Slide Master*</a:t>
            </a:r>
          </a:p>
        </p:txBody>
      </p:sp>
      <p:cxnSp>
        <p:nvCxnSpPr>
          <p:cNvPr id="10" name="Straight Connector 1">
            <a:extLst>
              <a:ext uri="{FF2B5EF4-FFF2-40B4-BE49-F238E27FC236}">
                <a16:creationId xmlns:a16="http://schemas.microsoft.com/office/drawing/2014/main" id="{93DD30EF-F538-02FD-EDB9-825656FD1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1232" y="2758411"/>
            <a:ext cx="2354368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4">
            <a:extLst>
              <a:ext uri="{FF2B5EF4-FFF2-40B4-BE49-F238E27FC236}">
                <a16:creationId xmlns:a16="http://schemas.microsoft.com/office/drawing/2014/main" id="{EC5EC7FC-1950-94EA-5AC3-93D3812C41C1}"/>
              </a:ext>
            </a:extLst>
          </p:cNvPr>
          <p:cNvSpPr txBox="1">
            <a:spLocks/>
          </p:cNvSpPr>
          <p:nvPr/>
        </p:nvSpPr>
        <p:spPr>
          <a:xfrm>
            <a:off x="423860" y="2844843"/>
            <a:ext cx="2727595" cy="3104798"/>
          </a:xfrm>
          <a:prstGeom prst="rect">
            <a:avLst/>
          </a:prstGeom>
          <a:noFill/>
        </p:spPr>
        <p:txBody>
          <a:bodyPr wrap="square" lIns="108000" tIns="36000" rIns="108000" bIns="36000" rtlCol="0" anchor="t">
            <a:noAutofit/>
          </a:bodyPr>
          <a:lstStyle/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bg2"/>
                </a:solidFill>
              </a:rPr>
              <a:t>Make maximum use of the elements provided by the Slide Master (title insert, shapes, fonts, colours)</a:t>
            </a:r>
          </a:p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bg2"/>
                </a:solidFill>
              </a:rPr>
              <a:t>Only use one Slide Master per presentation (</a:t>
            </a:r>
            <a:r>
              <a:rPr lang="en-GB" sz="1200" u="none">
                <a:solidFill>
                  <a:schemeClr val="bg2"/>
                </a:solidFill>
              </a:rPr>
              <a:t>do not import slides from old templates)</a:t>
            </a:r>
          </a:p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bg2"/>
                </a:solidFill>
              </a:rPr>
              <a:t>Set document language according to content language</a:t>
            </a:r>
          </a:p>
          <a:p>
            <a:pPr marL="0" indent="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None/>
            </a:pPr>
            <a:r>
              <a:rPr lang="en-GB" sz="1200" i="1">
                <a:solidFill>
                  <a:schemeClr val="bg2"/>
                </a:solidFill>
              </a:rPr>
              <a:t>*Slide Master (accessible via the "View" tab) controls the appearance of your presentation (background, fonts, etc.)</a:t>
            </a:r>
            <a:endParaRPr lang="en-GB" sz="1400" i="1">
              <a:solidFill>
                <a:schemeClr val="bg2"/>
              </a:solidFill>
              <a:highlight>
                <a:srgbClr val="FFFF00"/>
              </a:highlight>
            </a:endParaRPr>
          </a:p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GB" sz="1600">
              <a:solidFill>
                <a:schemeClr val="bg2"/>
              </a:solidFill>
            </a:endParaRPr>
          </a:p>
        </p:txBody>
      </p:sp>
      <p:sp>
        <p:nvSpPr>
          <p:cNvPr id="15" name="Rectangle 2: Rounded Corners 5">
            <a:extLst>
              <a:ext uri="{FF2B5EF4-FFF2-40B4-BE49-F238E27FC236}">
                <a16:creationId xmlns:a16="http://schemas.microsoft.com/office/drawing/2014/main" id="{C8A12AF9-3E0F-5FD5-F60B-6450B6DDD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3295676" y="2181724"/>
            <a:ext cx="2727692" cy="3855794"/>
          </a:xfrm>
          <a:prstGeom prst="roundRect">
            <a:avLst>
              <a:gd name="adj" fmla="val 4754"/>
            </a:avLst>
          </a:prstGeom>
          <a:solidFill>
            <a:schemeClr val="accent6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endParaRPr lang="en-GB" sz="2000">
              <a:solidFill>
                <a:schemeClr val="bg2"/>
              </a:solidFill>
              <a:ea typeface="+mj-ea"/>
              <a:cs typeface="+mj-cs"/>
            </a:endParaRPr>
          </a:p>
        </p:txBody>
      </p:sp>
      <p:pic>
        <p:nvPicPr>
          <p:cNvPr id="9" name="Arrow 2">
            <a:extLst>
              <a:ext uri="{FF2B5EF4-FFF2-40B4-BE49-F238E27FC236}">
                <a16:creationId xmlns:a16="http://schemas.microsoft.com/office/drawing/2014/main" id="{F5B28334-A109-8EB6-02C0-44E89E092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61509" y="2445969"/>
            <a:ext cx="203991" cy="198424"/>
          </a:xfrm>
          <a:prstGeom prst="rect">
            <a:avLst/>
          </a:prstGeom>
        </p:spPr>
      </p:pic>
      <p:sp>
        <p:nvSpPr>
          <p:cNvPr id="18" name="TextBox 5">
            <a:extLst>
              <a:ext uri="{FF2B5EF4-FFF2-40B4-BE49-F238E27FC236}">
                <a16:creationId xmlns:a16="http://schemas.microsoft.com/office/drawing/2014/main" id="{41FD1FE6-0608-CE8C-A727-4B926585042C}"/>
              </a:ext>
            </a:extLst>
          </p:cNvPr>
          <p:cNvSpPr txBox="1">
            <a:spLocks/>
          </p:cNvSpPr>
          <p:nvPr/>
        </p:nvSpPr>
        <p:spPr>
          <a:xfrm>
            <a:off x="3747279" y="2422071"/>
            <a:ext cx="1501216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lvl="0" defTabSz="914400" rtl="0" eaLnBrk="1" latinLnBrk="0" hangingPunct="1"/>
            <a:r>
              <a:rPr lang="en-GB" sz="1600" i="0" kern="1200" cap="none" baseline="0">
                <a:solidFill>
                  <a:schemeClr val="bg2"/>
                </a:solidFill>
                <a:latin typeface="+mj-lt"/>
                <a:ea typeface="+mn-ea"/>
                <a:cs typeface="+mn-cs"/>
              </a:rPr>
              <a:t>Visuals</a:t>
            </a:r>
          </a:p>
        </p:txBody>
      </p:sp>
      <p:cxnSp>
        <p:nvCxnSpPr>
          <p:cNvPr id="5" name="Straight Connector 2">
            <a:extLst>
              <a:ext uri="{FF2B5EF4-FFF2-40B4-BE49-F238E27FC236}">
                <a16:creationId xmlns:a16="http://schemas.microsoft.com/office/drawing/2014/main" id="{EEEBBC05-48CB-E11B-343C-4F3C70A58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61509" y="2758411"/>
            <a:ext cx="2354368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6">
            <a:extLst>
              <a:ext uri="{FF2B5EF4-FFF2-40B4-BE49-F238E27FC236}">
                <a16:creationId xmlns:a16="http://schemas.microsoft.com/office/drawing/2014/main" id="{02590D9C-F951-5F9E-3488-A09E98058955}"/>
              </a:ext>
            </a:extLst>
          </p:cNvPr>
          <p:cNvSpPr txBox="1">
            <a:spLocks/>
          </p:cNvSpPr>
          <p:nvPr/>
        </p:nvSpPr>
        <p:spPr>
          <a:xfrm>
            <a:off x="3294290" y="2908639"/>
            <a:ext cx="2729077" cy="2902780"/>
          </a:xfrm>
          <a:prstGeom prst="rect">
            <a:avLst/>
          </a:prstGeom>
          <a:noFill/>
        </p:spPr>
        <p:txBody>
          <a:bodyPr wrap="square" lIns="108000" tIns="36000" rIns="108000" bIns="36000" rtlCol="0" anchor="t">
            <a:noAutofit/>
          </a:bodyPr>
          <a:lstStyle/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GB" sz="1200" u="none">
                <a:solidFill>
                  <a:schemeClr val="bg2"/>
                </a:solidFill>
              </a:rPr>
              <a:t>Include an "Alt Text“* when a visual has a meaning, otherwise mark it as "decorative"</a:t>
            </a:r>
          </a:p>
          <a:p>
            <a:pPr marL="0" indent="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None/>
            </a:pPr>
            <a:r>
              <a:rPr lang="en-GB" sz="1200" i="1" u="none">
                <a:solidFill>
                  <a:schemeClr val="bg2"/>
                </a:solidFill>
              </a:rPr>
              <a:t>*The Alt Text </a:t>
            </a:r>
            <a:r>
              <a:rPr lang="en-GB" sz="1200" i="1">
                <a:solidFill>
                  <a:schemeClr val="bg2"/>
                </a:solidFill>
              </a:rPr>
              <a:t>(≠ from a simple literal description) enables a blind or partially-sighted person to understand the meaning of the image when playing back the presentation</a:t>
            </a:r>
          </a:p>
          <a:p>
            <a:pPr marL="0" indent="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None/>
            </a:pPr>
            <a:r>
              <a:rPr lang="en-GB" sz="1200" b="0" i="1" u="none">
                <a:solidFill>
                  <a:schemeClr val="bg2"/>
                </a:solidFill>
                <a:latin typeface="+mn-lt"/>
              </a:rPr>
              <a:t>Right-click the object and select “Edit Alt Text”, select the format menu for the object and then select “Alt text”</a:t>
            </a:r>
          </a:p>
        </p:txBody>
      </p:sp>
      <p:sp>
        <p:nvSpPr>
          <p:cNvPr id="32" name="Rectangle 3: Rounded Corners 7">
            <a:extLst>
              <a:ext uri="{FF2B5EF4-FFF2-40B4-BE49-F238E27FC236}">
                <a16:creationId xmlns:a16="http://schemas.microsoft.com/office/drawing/2014/main" id="{D1CA99AC-D120-1EDA-EB6A-D0935A651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6167369" y="2181724"/>
            <a:ext cx="2727692" cy="3855794"/>
          </a:xfrm>
          <a:prstGeom prst="roundRect">
            <a:avLst>
              <a:gd name="adj" fmla="val 4754"/>
            </a:avLst>
          </a:prstGeom>
          <a:solidFill>
            <a:schemeClr val="accent6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endParaRPr lang="en-GB" sz="2000">
              <a:solidFill>
                <a:schemeClr val="bg2"/>
              </a:solidFill>
              <a:ea typeface="+mj-ea"/>
              <a:cs typeface="+mj-cs"/>
            </a:endParaRPr>
          </a:p>
        </p:txBody>
      </p:sp>
      <p:pic>
        <p:nvPicPr>
          <p:cNvPr id="13" name="Arrow 3">
            <a:extLst>
              <a:ext uri="{FF2B5EF4-FFF2-40B4-BE49-F238E27FC236}">
                <a16:creationId xmlns:a16="http://schemas.microsoft.com/office/drawing/2014/main" id="{88576C1B-B6ED-0530-184C-5B9EE8B81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5169" y="2445969"/>
            <a:ext cx="203991" cy="198424"/>
          </a:xfrm>
          <a:prstGeom prst="rect">
            <a:avLst/>
          </a:prstGeom>
        </p:spPr>
      </p:pic>
      <p:sp>
        <p:nvSpPr>
          <p:cNvPr id="36" name="TextBox 7">
            <a:extLst>
              <a:ext uri="{FF2B5EF4-FFF2-40B4-BE49-F238E27FC236}">
                <a16:creationId xmlns:a16="http://schemas.microsoft.com/office/drawing/2014/main" id="{6D3EE35C-80CA-DFCF-6072-EC84C1747900}"/>
              </a:ext>
            </a:extLst>
          </p:cNvPr>
          <p:cNvSpPr txBox="1">
            <a:spLocks/>
          </p:cNvSpPr>
          <p:nvPr/>
        </p:nvSpPr>
        <p:spPr>
          <a:xfrm>
            <a:off x="6658094" y="2422071"/>
            <a:ext cx="1673455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lvl="0" defTabSz="914400" rtl="0" eaLnBrk="1" latinLnBrk="0" hangingPunct="1"/>
            <a:r>
              <a:rPr lang="en-GB" sz="1600" i="0" kern="1200" cap="none" baseline="0">
                <a:solidFill>
                  <a:schemeClr val="bg2"/>
                </a:solidFill>
                <a:latin typeface="+mj-lt"/>
                <a:ea typeface="+mn-ea"/>
                <a:cs typeface="+mn-cs"/>
              </a:rPr>
              <a:t>Fonts and text</a:t>
            </a:r>
          </a:p>
        </p:txBody>
      </p:sp>
      <p:cxnSp>
        <p:nvCxnSpPr>
          <p:cNvPr id="11" name="Straight Connector 3">
            <a:extLst>
              <a:ext uri="{FF2B5EF4-FFF2-40B4-BE49-F238E27FC236}">
                <a16:creationId xmlns:a16="http://schemas.microsoft.com/office/drawing/2014/main" id="{D2763EEF-C370-AC16-0D77-4D24F22FD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55169" y="2758411"/>
            <a:ext cx="2354368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8">
            <a:extLst>
              <a:ext uri="{FF2B5EF4-FFF2-40B4-BE49-F238E27FC236}">
                <a16:creationId xmlns:a16="http://schemas.microsoft.com/office/drawing/2014/main" id="{EB1216A2-DEAC-C074-30C8-40375AC5A0F4}"/>
              </a:ext>
            </a:extLst>
          </p:cNvPr>
          <p:cNvSpPr txBox="1">
            <a:spLocks/>
          </p:cNvSpPr>
          <p:nvPr/>
        </p:nvSpPr>
        <p:spPr>
          <a:xfrm>
            <a:off x="6165981" y="2878701"/>
            <a:ext cx="2729080" cy="1731238"/>
          </a:xfrm>
          <a:prstGeom prst="rect">
            <a:avLst/>
          </a:prstGeom>
          <a:noFill/>
        </p:spPr>
        <p:txBody>
          <a:bodyPr wrap="square" lIns="108000" tIns="36000" rIns="108000" bIns="36000" rtlCol="0" anchor="t">
            <a:noAutofit/>
          </a:bodyPr>
          <a:lstStyle/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bg2"/>
                </a:solidFill>
              </a:rPr>
              <a:t>Stick to the fonts and colors suggested in the Slide Master</a:t>
            </a:r>
          </a:p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bg2"/>
                </a:solidFill>
              </a:rPr>
              <a:t>Do not tone down text (e.g. image legend)</a:t>
            </a:r>
          </a:p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bg2"/>
                </a:solidFill>
              </a:rPr>
              <a:t>Do not use text sizes that are too small (minimum 12</a:t>
            </a:r>
            <a:r>
              <a:rPr lang="en-GB" sz="1200" i="1">
                <a:solidFill>
                  <a:schemeClr val="bg2"/>
                </a:solidFill>
              </a:rPr>
              <a:t>)</a:t>
            </a:r>
          </a:p>
        </p:txBody>
      </p:sp>
      <p:pic>
        <p:nvPicPr>
          <p:cNvPr id="19" name="Arrow 4">
            <a:extLst>
              <a:ext uri="{FF2B5EF4-FFF2-40B4-BE49-F238E27FC236}">
                <a16:creationId xmlns:a16="http://schemas.microsoft.com/office/drawing/2014/main" id="{6E71A842-41F8-8658-7B70-EA7DDE451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5169" y="4574237"/>
            <a:ext cx="203991" cy="198424"/>
          </a:xfrm>
          <a:prstGeom prst="rect">
            <a:avLst/>
          </a:prstGeom>
        </p:spPr>
      </p:pic>
      <p:sp>
        <p:nvSpPr>
          <p:cNvPr id="35" name="TextBox 9">
            <a:extLst>
              <a:ext uri="{FF2B5EF4-FFF2-40B4-BE49-F238E27FC236}">
                <a16:creationId xmlns:a16="http://schemas.microsoft.com/office/drawing/2014/main" id="{7CBB4A64-5DE6-715F-9079-A46AEC914F8C}"/>
              </a:ext>
            </a:extLst>
          </p:cNvPr>
          <p:cNvSpPr txBox="1">
            <a:spLocks/>
          </p:cNvSpPr>
          <p:nvPr/>
        </p:nvSpPr>
        <p:spPr>
          <a:xfrm>
            <a:off x="6658094" y="4546010"/>
            <a:ext cx="1334042" cy="251144"/>
          </a:xfrm>
          <a:prstGeom prst="rect">
            <a:avLst/>
          </a:prstGeom>
          <a:solidFill>
            <a:schemeClr val="accent6"/>
          </a:solidFill>
        </p:spPr>
        <p:txBody>
          <a:bodyPr wrap="square" lIns="0" tIns="0" rIns="0" bIns="0" rtlCol="0" anchor="b">
            <a:spAutoFit/>
          </a:bodyPr>
          <a:lstStyle/>
          <a:p>
            <a:pPr marL="0" lvl="0" defTabSz="914400" rtl="0" eaLnBrk="1" latinLnBrk="0" hangingPunct="1"/>
            <a:r>
              <a:rPr lang="en-GB" sz="1600" i="0" kern="1200" cap="none" baseline="0">
                <a:solidFill>
                  <a:schemeClr val="bg2"/>
                </a:solidFill>
                <a:latin typeface="+mj-lt"/>
                <a:ea typeface="+mn-ea"/>
                <a:cs typeface="+mn-cs"/>
              </a:rPr>
              <a:t>Chart</a:t>
            </a:r>
          </a:p>
        </p:txBody>
      </p:sp>
      <p:cxnSp>
        <p:nvCxnSpPr>
          <p:cNvPr id="17" name="Straight Connector 13">
            <a:extLst>
              <a:ext uri="{FF2B5EF4-FFF2-40B4-BE49-F238E27FC236}">
                <a16:creationId xmlns:a16="http://schemas.microsoft.com/office/drawing/2014/main" id="{6AAE5C9C-BB86-74AB-186F-0E82AC7A1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55169" y="4886679"/>
            <a:ext cx="2354368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10">
            <a:extLst>
              <a:ext uri="{FF2B5EF4-FFF2-40B4-BE49-F238E27FC236}">
                <a16:creationId xmlns:a16="http://schemas.microsoft.com/office/drawing/2014/main" id="{DD1DD841-9CA6-6A98-A175-D9C0C3C2155A}"/>
              </a:ext>
            </a:extLst>
          </p:cNvPr>
          <p:cNvSpPr txBox="1">
            <a:spLocks/>
          </p:cNvSpPr>
          <p:nvPr/>
        </p:nvSpPr>
        <p:spPr>
          <a:xfrm>
            <a:off x="6165981" y="5031291"/>
            <a:ext cx="2729080" cy="911460"/>
          </a:xfrm>
          <a:prstGeom prst="rect">
            <a:avLst/>
          </a:prstGeom>
          <a:noFill/>
        </p:spPr>
        <p:txBody>
          <a:bodyPr wrap="square" lIns="108000" tIns="36000" rIns="108000" bIns="36000" rtlCol="0" anchor="t">
            <a:noAutofit/>
          </a:bodyPr>
          <a:lstStyle/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bg2"/>
                </a:solidFill>
              </a:rPr>
              <a:t>Don't forget table and row/column titles</a:t>
            </a:r>
          </a:p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bg2"/>
                </a:solidFill>
              </a:rPr>
              <a:t>Avoid merging cells</a:t>
            </a:r>
            <a:endParaRPr lang="en-GB" sz="1600">
              <a:solidFill>
                <a:schemeClr val="bg2"/>
              </a:solidFill>
            </a:endParaRPr>
          </a:p>
        </p:txBody>
      </p:sp>
      <p:sp>
        <p:nvSpPr>
          <p:cNvPr id="45" name="Rectangle 4: Rounded Corners 6">
            <a:extLst>
              <a:ext uri="{FF2B5EF4-FFF2-40B4-BE49-F238E27FC236}">
                <a16:creationId xmlns:a16="http://schemas.microsoft.com/office/drawing/2014/main" id="{3F15B3F4-1659-C61C-4299-6A1EB07A2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9039061" y="2181724"/>
            <a:ext cx="2727692" cy="3855794"/>
          </a:xfrm>
          <a:prstGeom prst="roundRect">
            <a:avLst>
              <a:gd name="adj" fmla="val 4754"/>
            </a:avLst>
          </a:prstGeom>
          <a:solidFill>
            <a:schemeClr val="accent6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endParaRPr lang="en-GB" sz="2000">
              <a:solidFill>
                <a:schemeClr val="bg2"/>
              </a:solidFill>
              <a:ea typeface="+mj-ea"/>
              <a:cs typeface="+mj-cs"/>
            </a:endParaRPr>
          </a:p>
        </p:txBody>
      </p:sp>
      <p:pic>
        <p:nvPicPr>
          <p:cNvPr id="23" name="Arrow 5">
            <a:extLst>
              <a:ext uri="{FF2B5EF4-FFF2-40B4-BE49-F238E27FC236}">
                <a16:creationId xmlns:a16="http://schemas.microsoft.com/office/drawing/2014/main" id="{23593776-DC33-C898-A50A-E8B87BA25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6400" y="2445969"/>
            <a:ext cx="203991" cy="198424"/>
          </a:xfrm>
          <a:prstGeom prst="rect">
            <a:avLst/>
          </a:prstGeom>
        </p:spPr>
      </p:pic>
      <p:sp>
        <p:nvSpPr>
          <p:cNvPr id="48" name="TextBox 11">
            <a:extLst>
              <a:ext uri="{FF2B5EF4-FFF2-40B4-BE49-F238E27FC236}">
                <a16:creationId xmlns:a16="http://schemas.microsoft.com/office/drawing/2014/main" id="{FA44A2C6-5770-3124-3255-4D1B4BA710C3}"/>
              </a:ext>
            </a:extLst>
          </p:cNvPr>
          <p:cNvSpPr txBox="1">
            <a:spLocks/>
          </p:cNvSpPr>
          <p:nvPr/>
        </p:nvSpPr>
        <p:spPr>
          <a:xfrm>
            <a:off x="9608606" y="2422071"/>
            <a:ext cx="1542386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lvl="0" defTabSz="914400" rtl="0" eaLnBrk="1" latinLnBrk="0" hangingPunct="1"/>
            <a:r>
              <a:rPr lang="en-GB" sz="1600">
                <a:solidFill>
                  <a:schemeClr val="bg2"/>
                </a:solidFill>
                <a:latin typeface="+mj-lt"/>
              </a:rPr>
              <a:t>Content</a:t>
            </a:r>
            <a:endParaRPr lang="en-GB" sz="1600" i="0" kern="1200" cap="none" baseline="0">
              <a:solidFill>
                <a:schemeClr val="bg2"/>
              </a:solidFill>
              <a:latin typeface="+mj-lt"/>
              <a:ea typeface="+mn-ea"/>
              <a:cs typeface="+mn-cs"/>
            </a:endParaRPr>
          </a:p>
        </p:txBody>
      </p:sp>
      <p:cxnSp>
        <p:nvCxnSpPr>
          <p:cNvPr id="22" name="Straight Connector 5">
            <a:extLst>
              <a:ext uri="{FF2B5EF4-FFF2-40B4-BE49-F238E27FC236}">
                <a16:creationId xmlns:a16="http://schemas.microsoft.com/office/drawing/2014/main" id="{154DFE0D-5037-5789-CEB8-BA501158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296400" y="2758411"/>
            <a:ext cx="2354368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12">
            <a:extLst>
              <a:ext uri="{FF2B5EF4-FFF2-40B4-BE49-F238E27FC236}">
                <a16:creationId xmlns:a16="http://schemas.microsoft.com/office/drawing/2014/main" id="{96A97595-DCDB-1FC1-BCF9-594999418478}"/>
              </a:ext>
            </a:extLst>
          </p:cNvPr>
          <p:cNvSpPr txBox="1">
            <a:spLocks/>
          </p:cNvSpPr>
          <p:nvPr/>
        </p:nvSpPr>
        <p:spPr>
          <a:xfrm>
            <a:off x="9037674" y="2960008"/>
            <a:ext cx="2730464" cy="3203620"/>
          </a:xfrm>
          <a:prstGeom prst="rect">
            <a:avLst/>
          </a:prstGeom>
          <a:noFill/>
        </p:spPr>
        <p:txBody>
          <a:bodyPr wrap="square" lIns="108000" tIns="36000" rIns="108000" bIns="36000" rtlCol="0" anchor="t">
            <a:noAutofit/>
          </a:bodyPr>
          <a:lstStyle/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bg2"/>
                </a:solidFill>
              </a:rPr>
              <a:t>Avoid abbreviations (explain them once on 1</a:t>
            </a:r>
            <a:r>
              <a:rPr lang="en-GB" sz="1200" baseline="30000">
                <a:solidFill>
                  <a:schemeClr val="bg2"/>
                </a:solidFill>
              </a:rPr>
              <a:t>st</a:t>
            </a:r>
            <a:r>
              <a:rPr lang="en-GB" sz="1200">
                <a:solidFill>
                  <a:schemeClr val="bg2"/>
                </a:solidFill>
              </a:rPr>
              <a:t> use)</a:t>
            </a:r>
          </a:p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bg2"/>
                </a:solidFill>
              </a:rPr>
              <a:t>Avoid overloaded slides (one strong idea per slide)</a:t>
            </a:r>
          </a:p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bg2"/>
                </a:solidFill>
              </a:rPr>
              <a:t>Systematically explain the titles of links (don't just say "</a:t>
            </a:r>
            <a:r>
              <a:rPr lang="en-GB" sz="1200" u="sng">
                <a:solidFill>
                  <a:schemeClr val="bg2"/>
                </a:solidFill>
              </a:rPr>
              <a:t>click here</a:t>
            </a:r>
            <a:r>
              <a:rPr lang="en-GB" sz="1200">
                <a:solidFill>
                  <a:schemeClr val="bg2"/>
                </a:solidFill>
              </a:rPr>
              <a:t>")</a:t>
            </a:r>
          </a:p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GB" sz="1200">
                <a:solidFill>
                  <a:schemeClr val="bg2"/>
                </a:solidFill>
              </a:rPr>
              <a:t>Avoid transforming </a:t>
            </a:r>
            <a:r>
              <a:rPr lang="en-GB" sz="1200" err="1">
                <a:solidFill>
                  <a:schemeClr val="bg2"/>
                </a:solidFill>
              </a:rPr>
              <a:t>PPTs</a:t>
            </a:r>
            <a:r>
              <a:rPr lang="en-GB" sz="1200">
                <a:solidFill>
                  <a:schemeClr val="bg2"/>
                </a:solidFill>
              </a:rPr>
              <a:t> into PDFs (degrades PPT accessibility)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>
                <a:solidFill>
                  <a:schemeClr val="bg2"/>
                </a:solidFill>
              </a:rPr>
              <a:t>For  French speakers, avoid using anglicized French (“franglais”) or change language in the "Review" tab, then "Language"</a:t>
            </a:r>
            <a:endParaRPr lang="en-GB" sz="1200" i="1">
              <a:solidFill>
                <a:schemeClr val="bg2"/>
              </a:solidFill>
            </a:endParaRPr>
          </a:p>
        </p:txBody>
      </p:sp>
      <p:sp>
        <p:nvSpPr>
          <p:cNvPr id="52" name="Rectangle 13" descr="&#10;">
            <a:extLst>
              <a:ext uri="{FF2B5EF4-FFF2-40B4-BE49-F238E27FC236}">
                <a16:creationId xmlns:a16="http://schemas.microsoft.com/office/drawing/2014/main" id="{6119C140-67C7-0A9B-0668-E0D88AFFB224}"/>
              </a:ext>
            </a:extLst>
          </p:cNvPr>
          <p:cNvSpPr>
            <a:spLocks/>
          </p:cNvSpPr>
          <p:nvPr userDrawn="1"/>
        </p:nvSpPr>
        <p:spPr>
          <a:xfrm>
            <a:off x="7124606" y="404814"/>
            <a:ext cx="2958957" cy="694522"/>
          </a:xfrm>
          <a:prstGeom prst="rect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noProof="0">
                <a:solidFill>
                  <a:schemeClr val="bg2">
                    <a:lumMod val="100000"/>
                  </a:schemeClr>
                </a:solidFill>
                <a:latin typeface="+mj-lt"/>
              </a:rPr>
              <a:t>Accessibility Tip: </a:t>
            </a:r>
            <a:r>
              <a:rPr lang="en-GB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check  the accessibility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level of your presentation by going 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 "Review“ then "Check accessibility". </a:t>
            </a:r>
            <a:endParaRPr lang="en-GB" sz="1400" b="0" baseline="0" noProof="0">
              <a:solidFill>
                <a:schemeClr val="tx1">
                  <a:lumMod val="100000"/>
                </a:schemeClr>
              </a:solidFill>
              <a:latin typeface="+mn-lt"/>
            </a:endParaRPr>
          </a:p>
        </p:txBody>
      </p:sp>
      <p:sp>
        <p:nvSpPr>
          <p:cNvPr id="25" name="Copyright and page 4">
            <a:extLst>
              <a:ext uri="{FF2B5EF4-FFF2-40B4-BE49-F238E27FC236}">
                <a16:creationId xmlns:a16="http://schemas.microsoft.com/office/drawing/2014/main" id="{CAC38180-370A-0E5E-0C20-755F3DDBE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 bwMode="ltGray">
          <a:xfrm>
            <a:off x="10591800" y="6578600"/>
            <a:ext cx="1189038" cy="239774"/>
          </a:xfrm>
          <a:prstGeom prst="rect">
            <a:avLst/>
          </a:prstGeom>
        </p:spPr>
        <p:txBody>
          <a:bodyPr lIns="0" r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173C6A"/>
              </a:buClr>
              <a:buSzTx/>
              <a:buFontTx/>
              <a:buNone/>
              <a:tabLst/>
              <a:defRPr/>
            </a:pPr>
            <a:r>
              <a:rPr lang="en-GB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</a:rPr>
              <a:t>© </a:t>
            </a:r>
            <a:r>
              <a:rPr lang="en-GB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  <a:cs typeface="Poppins" panose="00000500000000000000" pitchFamily="2" charset="0"/>
              </a:rPr>
              <a:t>WAVESTONE</a:t>
            </a:r>
            <a:r>
              <a:rPr lang="en-GB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</a:rPr>
              <a:t> | </a:t>
            </a:r>
            <a:fld id="{55EE84F1-812F-F440-AFF9-6DD93A744E0D}" type="slidenum">
              <a:rPr lang="en-GB" sz="700" smtClean="0">
                <a:solidFill>
                  <a:schemeClr val="bg2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173C6A"/>
                </a:buClr>
                <a:buSzTx/>
                <a:buFontTx/>
                <a:buNone/>
                <a:tabLst/>
                <a:defRPr/>
              </a:pPr>
              <a:t>‹#›</a:t>
            </a:fld>
            <a:endParaRPr lang="en-GB" sz="700">
              <a:solidFill>
                <a:schemeClr val="bg2">
                  <a:lumMod val="100000"/>
                </a:schemeClr>
              </a:solidFill>
              <a:latin typeface="+mn-lt"/>
              <a:cs typeface="Poppins Light" panose="000004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1C12FEA-04FF-E765-EA1B-B3C5D77023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4" y="404664"/>
            <a:ext cx="5635503" cy="93677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Digital accessibility guidelines</a:t>
            </a:r>
            <a:endParaRPr lang="en-GB"/>
          </a:p>
        </p:txBody>
      </p:sp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ACDED7DC-3756-72B2-D4CE-E91CE272F44F}"/>
              </a:ext>
            </a:extLst>
          </p:cNvPr>
          <p:cNvSpPr/>
          <p:nvPr userDrawn="1"/>
        </p:nvSpPr>
        <p:spPr>
          <a:xfrm rot="2411869">
            <a:off x="9981437" y="247938"/>
            <a:ext cx="3151694" cy="638614"/>
          </a:xfrm>
          <a:custGeom>
            <a:avLst/>
            <a:gdLst>
              <a:gd name="connsiteX0" fmla="*/ 0 w 3151694"/>
              <a:gd name="connsiteY0" fmla="*/ 638614 h 638614"/>
              <a:gd name="connsiteX1" fmla="*/ 755756 w 3151694"/>
              <a:gd name="connsiteY1" fmla="*/ 0 h 638614"/>
              <a:gd name="connsiteX2" fmla="*/ 2612065 w 3151694"/>
              <a:gd name="connsiteY2" fmla="*/ 0 h 638614"/>
              <a:gd name="connsiteX3" fmla="*/ 3151694 w 3151694"/>
              <a:gd name="connsiteY3" fmla="*/ 638614 h 63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1694" h="638614">
                <a:moveTo>
                  <a:pt x="0" y="638614"/>
                </a:moveTo>
                <a:lnTo>
                  <a:pt x="755756" y="0"/>
                </a:lnTo>
                <a:lnTo>
                  <a:pt x="2612065" y="0"/>
                </a:lnTo>
                <a:lnTo>
                  <a:pt x="3151694" y="638614"/>
                </a:lnTo>
                <a:close/>
              </a:path>
            </a:pathLst>
          </a:custGeom>
          <a:solidFill>
            <a:srgbClr val="FF2A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>
                <a:solidFill>
                  <a:schemeClr val="bg1">
                    <a:lumMod val="100000"/>
                  </a:schemeClr>
                </a:solidFill>
                <a:ea typeface="+mj-ea"/>
                <a:cs typeface="+mj-cs"/>
              </a:rPr>
              <a:t>To be deleted</a:t>
            </a:r>
          </a:p>
        </p:txBody>
      </p:sp>
    </p:spTree>
    <p:extLst>
      <p:ext uri="{BB962C8B-B14F-4D97-AF65-F5344CB8AC3E}">
        <p14:creationId xmlns:p14="http://schemas.microsoft.com/office/powerpoint/2010/main" val="3270863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1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ags" Target="../tags/tag11.xml"/><Relationship Id="rId21" Type="http://schemas.openxmlformats.org/officeDocument/2006/relationships/slideLayout" Target="../slideLayouts/slideLayout21.xml"/><Relationship Id="rId34" Type="http://schemas.openxmlformats.org/officeDocument/2006/relationships/tags" Target="../tags/tag6.xml"/><Relationship Id="rId42" Type="http://schemas.openxmlformats.org/officeDocument/2006/relationships/tags" Target="../tags/tag14.xml"/><Relationship Id="rId47" Type="http://schemas.openxmlformats.org/officeDocument/2006/relationships/tags" Target="../tags/tag19.xml"/><Relationship Id="rId50" Type="http://schemas.openxmlformats.org/officeDocument/2006/relationships/tags" Target="../tags/tag2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ags" Target="../tags/tag4.xml"/><Relationship Id="rId37" Type="http://schemas.openxmlformats.org/officeDocument/2006/relationships/tags" Target="../tags/tag9.xml"/><Relationship Id="rId40" Type="http://schemas.openxmlformats.org/officeDocument/2006/relationships/tags" Target="../tags/tag12.xml"/><Relationship Id="rId45" Type="http://schemas.openxmlformats.org/officeDocument/2006/relationships/tags" Target="../tags/tag1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ags" Target="../tags/tag8.xml"/><Relationship Id="rId49" Type="http://schemas.openxmlformats.org/officeDocument/2006/relationships/tags" Target="../tags/tag2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ags" Target="../tags/tag3.xml"/><Relationship Id="rId44" Type="http://schemas.openxmlformats.org/officeDocument/2006/relationships/tags" Target="../tags/tag1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ags" Target="../tags/tag2.xml"/><Relationship Id="rId35" Type="http://schemas.openxmlformats.org/officeDocument/2006/relationships/tags" Target="../tags/tag7.xml"/><Relationship Id="rId43" Type="http://schemas.openxmlformats.org/officeDocument/2006/relationships/tags" Target="../tags/tag15.xml"/><Relationship Id="rId48" Type="http://schemas.openxmlformats.org/officeDocument/2006/relationships/tags" Target="../tags/tag20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5.xml"/><Relationship Id="rId38" Type="http://schemas.openxmlformats.org/officeDocument/2006/relationships/tags" Target="../tags/tag10.xml"/><Relationship Id="rId46" Type="http://schemas.openxmlformats.org/officeDocument/2006/relationships/tags" Target="../tags/tag18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984" y="404664"/>
            <a:ext cx="11342769" cy="936774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Complete with a title here that carries your message on two lines at most for more </a:t>
            </a:r>
            <a:r>
              <a:rPr lang="en-GB" noProof="0"/>
              <a:t>readability</a:t>
            </a:r>
          </a:p>
        </p:txBody>
      </p:sp>
      <p:sp>
        <p:nvSpPr>
          <p:cNvPr id="4" name="Text placeholder 1" descr="&#10;"/>
          <p:cNvSpPr>
            <a:spLocks noGrp="1"/>
          </p:cNvSpPr>
          <p:nvPr>
            <p:ph type="body" idx="1"/>
          </p:nvPr>
        </p:nvSpPr>
        <p:spPr>
          <a:xfrm>
            <a:off x="423984" y="1341438"/>
            <a:ext cx="11342769" cy="4894976"/>
          </a:xfrm>
          <a:prstGeom prst="rect">
            <a:avLst/>
          </a:prstGeom>
        </p:spPr>
        <p:txBody>
          <a:bodyPr vert="horz" lIns="0" tIns="36000" rIns="0" bIns="36000" rtlCol="0">
            <a:noAutofit/>
          </a:bodyPr>
          <a:lstStyle/>
          <a:p>
            <a:pPr lvl="0"/>
            <a:r>
              <a:rPr lang="en-GB"/>
              <a:t>Level 1 - </a:t>
            </a:r>
            <a:r>
              <a:rPr lang="en-GB">
                <a:solidFill>
                  <a:srgbClr val="503078"/>
                </a:solidFill>
              </a:rPr>
              <a:t>To move to the next level, Alt + Shift + right arrow</a:t>
            </a:r>
            <a:endParaRPr lang="en-GB"/>
          </a:p>
          <a:p>
            <a:pPr lvl="1"/>
            <a:r>
              <a:rPr lang="en-GB"/>
              <a:t>Level 2</a:t>
            </a:r>
          </a:p>
          <a:p>
            <a:pPr lvl="2"/>
            <a:r>
              <a:rPr lang="en-GB"/>
              <a:t>Level 3</a:t>
            </a:r>
          </a:p>
          <a:p>
            <a:pPr lvl="3"/>
            <a:r>
              <a:rPr lang="en-GB"/>
              <a:t>Level 4</a:t>
            </a:r>
          </a:p>
          <a:p>
            <a:pPr lvl="4"/>
            <a:r>
              <a:rPr lang="en-GB"/>
              <a:t>Level 5</a:t>
            </a:r>
          </a:p>
          <a:p>
            <a:pPr lvl="5"/>
            <a:r>
              <a:rPr lang="en-GB"/>
              <a:t>Level 6</a:t>
            </a:r>
          </a:p>
          <a:p>
            <a:pPr lvl="7"/>
            <a:r>
              <a:rPr lang="en-GB"/>
              <a:t>Level 7</a:t>
            </a:r>
          </a:p>
          <a:p>
            <a:pPr lvl="8"/>
            <a:r>
              <a:rPr lang="en-GB"/>
              <a:t>Level 8</a:t>
            </a:r>
          </a:p>
        </p:txBody>
      </p:sp>
      <p:sp>
        <p:nvSpPr>
          <p:cNvPr id="71" name="Backup [Sticker]" hidden="1">
            <a:extLst>
              <a:ext uri="{FF2B5EF4-FFF2-40B4-BE49-F238E27FC236}">
                <a16:creationId xmlns:a16="http://schemas.microsoft.com/office/drawing/2014/main" id="{1706AFD2-5257-A4FD-E9D9-FF6AA4E6F250}"/>
              </a:ext>
            </a:extLst>
          </p:cNvPr>
          <p:cNvSpPr>
            <a:spLocks/>
          </p:cNvSpPr>
          <p:nvPr userDrawn="1"/>
        </p:nvSpPr>
        <p:spPr>
          <a:xfrm>
            <a:off x="9352934" y="437670"/>
            <a:ext cx="2400300" cy="62865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57150">
            <a:noFill/>
          </a:ln>
          <a:effectLst>
            <a:outerShdw blurRad="177800" dist="127000" dir="5400000" algn="t" rotWithShape="0">
              <a:schemeClr val="bg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>
                <a:solidFill>
                  <a:schemeClr val="bg1"/>
                </a:solidFill>
                <a:ea typeface="+mj-ea"/>
                <a:cs typeface="+mj-cs"/>
              </a:rPr>
              <a:t>BACK UP</a:t>
            </a:r>
          </a:p>
        </p:txBody>
      </p:sp>
      <p:sp>
        <p:nvSpPr>
          <p:cNvPr id="69" name="Dummy [Sticker]" hidden="1">
            <a:extLst>
              <a:ext uri="{FF2B5EF4-FFF2-40B4-BE49-F238E27FC236}">
                <a16:creationId xmlns:a16="http://schemas.microsoft.com/office/drawing/2014/main" id="{AE50588A-B4BE-E282-5B34-AC49EE371FDD}"/>
              </a:ext>
            </a:extLst>
          </p:cNvPr>
          <p:cNvSpPr>
            <a:spLocks/>
          </p:cNvSpPr>
          <p:nvPr userDrawn="1"/>
        </p:nvSpPr>
        <p:spPr>
          <a:xfrm>
            <a:off x="9352934" y="437670"/>
            <a:ext cx="2400300" cy="62865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57150">
            <a:noFill/>
          </a:ln>
          <a:effectLst>
            <a:outerShdw blurRad="177800" dist="127000" dir="5400000" algn="t" rotWithShape="0">
              <a:schemeClr val="bg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>
                <a:solidFill>
                  <a:schemeClr val="bg1"/>
                </a:solidFill>
                <a:ea typeface="+mj-ea"/>
                <a:cs typeface="+mj-cs"/>
              </a:rPr>
              <a:t>DUMMY DATA</a:t>
            </a:r>
          </a:p>
        </p:txBody>
      </p:sp>
      <p:sp>
        <p:nvSpPr>
          <p:cNvPr id="68" name="Update [Sticker]" hidden="1">
            <a:extLst>
              <a:ext uri="{FF2B5EF4-FFF2-40B4-BE49-F238E27FC236}">
                <a16:creationId xmlns:a16="http://schemas.microsoft.com/office/drawing/2014/main" id="{D4F46F77-323B-5317-DF8F-BA31FFDCF3AE}"/>
              </a:ext>
            </a:extLst>
          </p:cNvPr>
          <p:cNvSpPr>
            <a:spLocks/>
          </p:cNvSpPr>
          <p:nvPr userDrawn="1"/>
        </p:nvSpPr>
        <p:spPr>
          <a:xfrm>
            <a:off x="9352934" y="437670"/>
            <a:ext cx="2400300" cy="62865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57150">
            <a:noFill/>
          </a:ln>
          <a:effectLst>
            <a:outerShdw blurRad="177800" dist="127000" dir="5400000" algn="t" rotWithShape="0">
              <a:schemeClr val="bg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>
                <a:solidFill>
                  <a:schemeClr val="bg1"/>
                </a:solidFill>
                <a:ea typeface="+mj-ea"/>
                <a:cs typeface="+mj-cs"/>
              </a:rPr>
              <a:t>UPDATE DATA</a:t>
            </a:r>
          </a:p>
        </p:txBody>
      </p:sp>
      <p:sp>
        <p:nvSpPr>
          <p:cNvPr id="67" name="Final [Sticker]" hidden="1">
            <a:extLst>
              <a:ext uri="{FF2B5EF4-FFF2-40B4-BE49-F238E27FC236}">
                <a16:creationId xmlns:a16="http://schemas.microsoft.com/office/drawing/2014/main" id="{D56D3B9F-B4EA-715D-F8C7-39CE76AD356D}"/>
              </a:ext>
            </a:extLst>
          </p:cNvPr>
          <p:cNvSpPr>
            <a:spLocks/>
          </p:cNvSpPr>
          <p:nvPr userDrawn="1"/>
        </p:nvSpPr>
        <p:spPr>
          <a:xfrm>
            <a:off x="9352934" y="437670"/>
            <a:ext cx="2400300" cy="62865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57150">
            <a:noFill/>
          </a:ln>
          <a:effectLst>
            <a:outerShdw blurRad="177800" dist="127000" dir="5400000" algn="t" rotWithShape="0">
              <a:schemeClr val="bg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>
                <a:solidFill>
                  <a:schemeClr val="bg1"/>
                </a:solidFill>
                <a:ea typeface="+mj-ea"/>
                <a:cs typeface="+mj-cs"/>
              </a:rPr>
              <a:t>FINAL SLIDE</a:t>
            </a:r>
          </a:p>
        </p:txBody>
      </p:sp>
      <p:sp>
        <p:nvSpPr>
          <p:cNvPr id="66" name="Draft [Sticker]" hidden="1">
            <a:extLst>
              <a:ext uri="{FF2B5EF4-FFF2-40B4-BE49-F238E27FC236}">
                <a16:creationId xmlns:a16="http://schemas.microsoft.com/office/drawing/2014/main" id="{FBF67700-BFA8-9698-BDEB-DDBE09353366}"/>
              </a:ext>
            </a:extLst>
          </p:cNvPr>
          <p:cNvSpPr>
            <a:spLocks/>
          </p:cNvSpPr>
          <p:nvPr userDrawn="1"/>
        </p:nvSpPr>
        <p:spPr>
          <a:xfrm>
            <a:off x="9352934" y="437670"/>
            <a:ext cx="2400300" cy="62865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57150">
            <a:noFill/>
          </a:ln>
          <a:effectLst>
            <a:outerShdw blurRad="177800" dist="127000" dir="5400000" algn="t" rotWithShape="0">
              <a:schemeClr val="bg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>
                <a:solidFill>
                  <a:schemeClr val="bg1"/>
                </a:solidFill>
                <a:ea typeface="+mj-ea"/>
                <a:cs typeface="+mj-cs"/>
              </a:rPr>
              <a:t>DRAFT SLIDE</a:t>
            </a:r>
          </a:p>
        </p:txBody>
      </p:sp>
      <p:sp>
        <p:nvSpPr>
          <p:cNvPr id="10" name="Discussion [Sticker]" hidden="1">
            <a:extLst>
              <a:ext uri="{FF2B5EF4-FFF2-40B4-BE49-F238E27FC236}">
                <a16:creationId xmlns:a16="http://schemas.microsoft.com/office/drawing/2014/main" id="{75579E32-79D4-5287-954F-D981800849B0}"/>
              </a:ext>
            </a:extLst>
          </p:cNvPr>
          <p:cNvSpPr>
            <a:spLocks/>
          </p:cNvSpPr>
          <p:nvPr userDrawn="1"/>
        </p:nvSpPr>
        <p:spPr>
          <a:xfrm>
            <a:off x="9352934" y="437670"/>
            <a:ext cx="2400300" cy="62865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57150">
            <a:noFill/>
          </a:ln>
          <a:effectLst>
            <a:outerShdw blurRad="177800" dist="127000" dir="5400000" algn="t" rotWithShape="0">
              <a:schemeClr val="bg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>
                <a:solidFill>
                  <a:schemeClr val="bg1"/>
                </a:solidFill>
                <a:ea typeface="+mj-ea"/>
                <a:cs typeface="+mj-cs"/>
              </a:rPr>
              <a:t>FOR DISCUSSION</a:t>
            </a:r>
          </a:p>
        </p:txBody>
      </p:sp>
      <p:sp>
        <p:nvSpPr>
          <p:cNvPr id="9" name="Internal [Sticker]" hidden="1">
            <a:extLst>
              <a:ext uri="{FF2B5EF4-FFF2-40B4-BE49-F238E27FC236}">
                <a16:creationId xmlns:a16="http://schemas.microsoft.com/office/drawing/2014/main" id="{0580A798-06FE-3AC1-B8C3-385C78D3B82D}"/>
              </a:ext>
            </a:extLst>
          </p:cNvPr>
          <p:cNvSpPr>
            <a:spLocks/>
          </p:cNvSpPr>
          <p:nvPr userDrawn="1"/>
        </p:nvSpPr>
        <p:spPr>
          <a:xfrm>
            <a:off x="9352934" y="437670"/>
            <a:ext cx="2400300" cy="62865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57150">
            <a:noFill/>
          </a:ln>
          <a:effectLst>
            <a:outerShdw blurRad="177800" dist="127000" dir="5400000" algn="t" rotWithShape="0">
              <a:schemeClr val="bg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>
                <a:solidFill>
                  <a:schemeClr val="bg1"/>
                </a:solidFill>
                <a:ea typeface="+mj-ea"/>
                <a:cs typeface="+mj-cs"/>
              </a:rPr>
              <a:t>INTERNAL USE ONLY</a:t>
            </a:r>
          </a:p>
        </p:txBody>
      </p:sp>
      <p:sp>
        <p:nvSpPr>
          <p:cNvPr id="7" name="Responsible [Sticker]" hidden="1">
            <a:extLst>
              <a:ext uri="{FF2B5EF4-FFF2-40B4-BE49-F238E27FC236}">
                <a16:creationId xmlns:a16="http://schemas.microsoft.com/office/drawing/2014/main" id="{82D529F5-D720-4DCE-3207-84BE0583914C}"/>
              </a:ext>
            </a:extLst>
          </p:cNvPr>
          <p:cNvSpPr>
            <a:spLocks/>
          </p:cNvSpPr>
          <p:nvPr userDrawn="1"/>
        </p:nvSpPr>
        <p:spPr>
          <a:xfrm>
            <a:off x="9352934" y="437670"/>
            <a:ext cx="2400300" cy="62865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57150">
            <a:noFill/>
          </a:ln>
          <a:effectLst>
            <a:outerShdw blurRad="177800" dist="127000" dir="5400000" algn="t" rotWithShape="0">
              <a:schemeClr val="bg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>
                <a:solidFill>
                  <a:schemeClr val="bg1"/>
                </a:solidFill>
                <a:ea typeface="+mj-ea"/>
                <a:cs typeface="+mj-cs"/>
              </a:rPr>
              <a:t>RESPONSIBLE:</a:t>
            </a:r>
            <a:br>
              <a:rPr lang="fr-FR" sz="1200" b="1">
                <a:solidFill>
                  <a:schemeClr val="bg1"/>
                </a:solidFill>
                <a:ea typeface="+mj-ea"/>
                <a:cs typeface="+mj-cs"/>
              </a:rPr>
            </a:br>
            <a:r>
              <a:rPr lang="fr-FR" sz="1200" b="1">
                <a:solidFill>
                  <a:schemeClr val="bg1"/>
                </a:solidFill>
                <a:ea typeface="+mj-ea"/>
                <a:cs typeface="+mj-cs"/>
              </a:rPr>
              <a:t>XXX</a:t>
            </a:r>
          </a:p>
        </p:txBody>
      </p:sp>
      <p:sp>
        <p:nvSpPr>
          <p:cNvPr id="6" name="Content [Comment]" hidden="1">
            <a:extLst>
              <a:ext uri="{FF2B5EF4-FFF2-40B4-BE49-F238E27FC236}">
                <a16:creationId xmlns:a16="http://schemas.microsoft.com/office/drawing/2014/main" id="{AB2C5C7D-4467-D566-927E-590EEC443C6F}"/>
              </a:ext>
            </a:extLst>
          </p:cNvPr>
          <p:cNvSpPr>
            <a:spLocks/>
          </p:cNvSpPr>
          <p:nvPr userDrawn="1"/>
        </p:nvSpPr>
        <p:spPr>
          <a:xfrm>
            <a:off x="9103842" y="404813"/>
            <a:ext cx="2402134" cy="742292"/>
          </a:xfrm>
          <a:prstGeom prst="roundRect">
            <a:avLst>
              <a:gd name="adj" fmla="val 7962"/>
            </a:avLst>
          </a:prstGeom>
          <a:solidFill>
            <a:schemeClr val="bg2"/>
          </a:solidFill>
          <a:ln w="57150">
            <a:noFill/>
          </a:ln>
          <a:effectLst>
            <a:outerShdw blurRad="177800" dist="127000" dir="5400000" algn="t" rotWithShape="0">
              <a:schemeClr val="accent5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>
                <a:solidFill>
                  <a:schemeClr val="bg1"/>
                </a:solidFill>
                <a:ea typeface="+mj-ea"/>
                <a:cs typeface="+mj-cs"/>
              </a:rPr>
              <a:t>Content</a:t>
            </a:r>
          </a:p>
        </p:txBody>
      </p:sp>
      <p:sp>
        <p:nvSpPr>
          <p:cNvPr id="5" name="Formatting [Comment]" hidden="1">
            <a:extLst>
              <a:ext uri="{FF2B5EF4-FFF2-40B4-BE49-F238E27FC236}">
                <a16:creationId xmlns:a16="http://schemas.microsoft.com/office/drawing/2014/main" id="{7EB4C3AF-A260-656B-257D-C40CA6D6373F}"/>
              </a:ext>
            </a:extLst>
          </p:cNvPr>
          <p:cNvSpPr>
            <a:spLocks/>
          </p:cNvSpPr>
          <p:nvPr userDrawn="1"/>
        </p:nvSpPr>
        <p:spPr>
          <a:xfrm>
            <a:off x="9103842" y="404813"/>
            <a:ext cx="2402134" cy="742292"/>
          </a:xfrm>
          <a:prstGeom prst="roundRect">
            <a:avLst>
              <a:gd name="adj" fmla="val 7962"/>
            </a:avLst>
          </a:prstGeom>
          <a:solidFill>
            <a:schemeClr val="bg2"/>
          </a:solidFill>
          <a:ln w="57150">
            <a:noFill/>
          </a:ln>
          <a:effectLst>
            <a:outerShdw blurRad="177800" dist="127000" dir="5400000" algn="t" rotWithShape="0">
              <a:schemeClr val="accent5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 err="1">
                <a:solidFill>
                  <a:schemeClr val="bg1"/>
                </a:solidFill>
                <a:ea typeface="+mj-ea"/>
                <a:cs typeface="+mj-cs"/>
              </a:rPr>
              <a:t>Formatting</a:t>
            </a:r>
            <a:endParaRPr lang="fr-FR" sz="1200" b="1">
              <a:solidFill>
                <a:schemeClr val="bg1"/>
              </a:solidFill>
              <a:ea typeface="+mj-ea"/>
              <a:cs typeface="+mj-cs"/>
            </a:endParaRPr>
          </a:p>
        </p:txBody>
      </p:sp>
      <p:sp>
        <p:nvSpPr>
          <p:cNvPr id="44" name="Footnote [Placeholder]" hidden="1">
            <a:extLst>
              <a:ext uri="{FF2B5EF4-FFF2-40B4-BE49-F238E27FC236}">
                <a16:creationId xmlns:a16="http://schemas.microsoft.com/office/drawing/2014/main" id="{87236BA8-2EA2-47A9-8A21-BD3B135FEED1}"/>
              </a:ext>
            </a:extLst>
          </p:cNvPr>
          <p:cNvSpPr>
            <a:spLocks/>
          </p:cNvSpPr>
          <p:nvPr userDrawn="1"/>
        </p:nvSpPr>
        <p:spPr>
          <a:xfrm>
            <a:off x="423984" y="6249935"/>
            <a:ext cx="11344154" cy="2549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100000"/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GB" sz="900">
                <a:solidFill>
                  <a:schemeClr val="tx1">
                    <a:lumMod val="100000"/>
                  </a:schemeClr>
                </a:solidFill>
              </a:rPr>
              <a:t>(n)  </a:t>
            </a:r>
          </a:p>
        </p:txBody>
      </p:sp>
      <p:grpSp>
        <p:nvGrpSpPr>
          <p:cNvPr id="45" name="Harvey 3" hidden="1">
            <a:extLst>
              <a:ext uri="{FF2B5EF4-FFF2-40B4-BE49-F238E27FC236}">
                <a16:creationId xmlns:a16="http://schemas.microsoft.com/office/drawing/2014/main" id="{AB56B48A-B13A-4DCA-AC14-933F5CB2BAEA}"/>
              </a:ext>
            </a:extLst>
          </p:cNvPr>
          <p:cNvGrpSpPr>
            <a:grpSpLocks/>
          </p:cNvGrpSpPr>
          <p:nvPr userDrawn="1">
            <p:custDataLst>
              <p:tags r:id="rId30"/>
            </p:custDataLst>
          </p:nvPr>
        </p:nvGrpSpPr>
        <p:grpSpPr>
          <a:xfrm>
            <a:off x="11436589" y="1387593"/>
            <a:ext cx="292608" cy="292608"/>
            <a:chOff x="0" y="0"/>
            <a:chExt cx="914400" cy="914400"/>
          </a:xfrm>
          <a:solidFill>
            <a:schemeClr val="tx1"/>
          </a:solidFill>
        </p:grpSpPr>
        <p:sp>
          <p:nvSpPr>
            <p:cNvPr id="46" name="Harvey 0/3 [0]" hidden="1">
              <a:extLst>
                <a:ext uri="{FF2B5EF4-FFF2-40B4-BE49-F238E27FC236}">
                  <a16:creationId xmlns:a16="http://schemas.microsoft.com/office/drawing/2014/main" id="{03BA8458-BF17-44BB-8FC5-AF46B54DD7A8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7" name="Harvey 1/3 [1]">
              <a:extLst>
                <a:ext uri="{FF2B5EF4-FFF2-40B4-BE49-F238E27FC236}">
                  <a16:creationId xmlns:a16="http://schemas.microsoft.com/office/drawing/2014/main" id="{A1B88A45-7B39-43DD-B6E4-9A1B00FF5E0D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8" name="Harvey 2/3 [2]" hidden="1">
              <a:extLst>
                <a:ext uri="{FF2B5EF4-FFF2-40B4-BE49-F238E27FC236}">
                  <a16:creationId xmlns:a16="http://schemas.microsoft.com/office/drawing/2014/main" id="{461C8B0B-F33C-4662-9276-B76866631D5D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9" name="Harvey 3/3 [3]" hidden="1">
              <a:extLst>
                <a:ext uri="{FF2B5EF4-FFF2-40B4-BE49-F238E27FC236}">
                  <a16:creationId xmlns:a16="http://schemas.microsoft.com/office/drawing/2014/main" id="{E5E6F25D-C365-41B4-90B8-6E32F070553A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0" name="Harvey 4" hidden="1">
            <a:extLst>
              <a:ext uri="{FF2B5EF4-FFF2-40B4-BE49-F238E27FC236}">
                <a16:creationId xmlns:a16="http://schemas.microsoft.com/office/drawing/2014/main" id="{F3738B8D-5F34-4474-8585-B223B059663F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11436589" y="1387593"/>
            <a:ext cx="292608" cy="292608"/>
            <a:chOff x="0" y="0"/>
            <a:chExt cx="914400" cy="914400"/>
          </a:xfrm>
          <a:solidFill>
            <a:schemeClr val="tx1"/>
          </a:solidFill>
        </p:grpSpPr>
        <p:sp>
          <p:nvSpPr>
            <p:cNvPr id="51" name="Harvey 0/4 [0]" hidden="1">
              <a:extLst>
                <a:ext uri="{FF2B5EF4-FFF2-40B4-BE49-F238E27FC236}">
                  <a16:creationId xmlns:a16="http://schemas.microsoft.com/office/drawing/2014/main" id="{526742BC-75CB-43A3-B79F-2FFEBB0ABF99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2" name="Harvey 1/4 [1]">
              <a:extLst>
                <a:ext uri="{FF2B5EF4-FFF2-40B4-BE49-F238E27FC236}">
                  <a16:creationId xmlns:a16="http://schemas.microsoft.com/office/drawing/2014/main" id="{9214406F-3F57-4AAD-958A-14A8D846454A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3" name="Harvey 2/4 [2]" hidden="1">
              <a:extLst>
                <a:ext uri="{FF2B5EF4-FFF2-40B4-BE49-F238E27FC236}">
                  <a16:creationId xmlns:a16="http://schemas.microsoft.com/office/drawing/2014/main" id="{FFB64714-F315-423F-A74B-CB22FF117463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4" name="Harvey 3/4 [3]" hidden="1">
              <a:extLst>
                <a:ext uri="{FF2B5EF4-FFF2-40B4-BE49-F238E27FC236}">
                  <a16:creationId xmlns:a16="http://schemas.microsoft.com/office/drawing/2014/main" id="{41F00AD0-46C5-4613-A4A4-BD02F22A8EC9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5" name="Harvey 4/4 [4]" hidden="1">
              <a:extLst>
                <a:ext uri="{FF2B5EF4-FFF2-40B4-BE49-F238E27FC236}">
                  <a16:creationId xmlns:a16="http://schemas.microsoft.com/office/drawing/2014/main" id="{48383E51-D619-4168-9E3B-66D56772AC00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6" name="Harvey 8" hidden="1">
            <a:extLst>
              <a:ext uri="{FF2B5EF4-FFF2-40B4-BE49-F238E27FC236}">
                <a16:creationId xmlns:a16="http://schemas.microsoft.com/office/drawing/2014/main" id="{149EF30B-B72A-4CB2-B293-A9AA86FA3497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11436589" y="1387593"/>
            <a:ext cx="292608" cy="292608"/>
            <a:chOff x="0" y="0"/>
            <a:chExt cx="914400" cy="914400"/>
          </a:xfrm>
          <a:solidFill>
            <a:schemeClr val="tx1"/>
          </a:solidFill>
        </p:grpSpPr>
        <p:sp>
          <p:nvSpPr>
            <p:cNvPr id="57" name="Harvey 0/8 [0]">
              <a:extLst>
                <a:ext uri="{FF2B5EF4-FFF2-40B4-BE49-F238E27FC236}">
                  <a16:creationId xmlns:a16="http://schemas.microsoft.com/office/drawing/2014/main" id="{781402E4-C2D1-4B42-92FF-200680534BFE}"/>
                </a:ext>
              </a:extLst>
            </p:cNvPr>
            <p:cNvSpPr>
              <a:spLocks noChangeAspect="1"/>
            </p:cNvSpPr>
            <p:nvPr>
              <p:custDataLst>
                <p:tags r:id="rId3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8" name="Harvey 1/8 [1]">
              <a:extLst>
                <a:ext uri="{FF2B5EF4-FFF2-40B4-BE49-F238E27FC236}">
                  <a16:creationId xmlns:a16="http://schemas.microsoft.com/office/drawing/2014/main" id="{437A60E1-AD08-408D-B22C-CA33214D61A5}"/>
                </a:ext>
              </a:extLst>
            </p:cNvPr>
            <p:cNvSpPr>
              <a:spLocks noChangeAspect="1"/>
            </p:cNvSpPr>
            <p:nvPr>
              <p:custDataLst>
                <p:tags r:id="rId3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9" name="Harvey 2/8 [2]" hidden="1">
              <a:extLst>
                <a:ext uri="{FF2B5EF4-FFF2-40B4-BE49-F238E27FC236}">
                  <a16:creationId xmlns:a16="http://schemas.microsoft.com/office/drawing/2014/main" id="{A83A940B-79A1-4278-8FDE-A88BEC7182B5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0" name="Harvey 3/8 [3]" hidden="1">
              <a:extLst>
                <a:ext uri="{FF2B5EF4-FFF2-40B4-BE49-F238E27FC236}">
                  <a16:creationId xmlns:a16="http://schemas.microsoft.com/office/drawing/2014/main" id="{20999808-10F7-4408-A1F8-FA2BF0D93FE9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1" name="Harvey 4/8 [4]" hidden="1">
              <a:extLst>
                <a:ext uri="{FF2B5EF4-FFF2-40B4-BE49-F238E27FC236}">
                  <a16:creationId xmlns:a16="http://schemas.microsoft.com/office/drawing/2014/main" id="{1F0DFB77-D094-4693-A14D-EEBF043CD125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2" name="Harvey 5/8 [5]" hidden="1">
              <a:extLst>
                <a:ext uri="{FF2B5EF4-FFF2-40B4-BE49-F238E27FC236}">
                  <a16:creationId xmlns:a16="http://schemas.microsoft.com/office/drawing/2014/main" id="{F7A73F00-4117-4458-ADB2-8FFCD1E57D1D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3" name="Harvey 6/8 [6]" hidden="1">
              <a:extLst>
                <a:ext uri="{FF2B5EF4-FFF2-40B4-BE49-F238E27FC236}">
                  <a16:creationId xmlns:a16="http://schemas.microsoft.com/office/drawing/2014/main" id="{D69AA71E-1F92-4B0D-8C7A-0628E6C3F86E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4" name="Harvey 7/8 [7]" hidden="1">
              <a:extLst>
                <a:ext uri="{FF2B5EF4-FFF2-40B4-BE49-F238E27FC236}">
                  <a16:creationId xmlns:a16="http://schemas.microsoft.com/office/drawing/2014/main" id="{1A135E0D-5BD8-4DC3-93A9-D76A430BEE45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5" name="Harvey 8/8 [8]" hidden="1">
              <a:extLst>
                <a:ext uri="{FF2B5EF4-FFF2-40B4-BE49-F238E27FC236}">
                  <a16:creationId xmlns:a16="http://schemas.microsoft.com/office/drawing/2014/main" id="{80DC225A-57B9-4EEC-9F07-116EA5F92C4F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3" name="Copyright Wavestone and page">
            <a:extLst>
              <a:ext uri="{FF2B5EF4-FFF2-40B4-BE49-F238E27FC236}">
                <a16:creationId xmlns:a16="http://schemas.microsoft.com/office/drawing/2014/main" id="{BC669B8D-212F-2A2C-2E1F-99BAE710E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 bwMode="ltGray">
          <a:xfrm>
            <a:off x="10591800" y="6578600"/>
            <a:ext cx="1189038" cy="239774"/>
          </a:xfrm>
          <a:prstGeom prst="rect">
            <a:avLst/>
          </a:prstGeom>
        </p:spPr>
        <p:txBody>
          <a:bodyPr lIns="0" r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173C6A"/>
              </a:buClr>
              <a:buSzTx/>
              <a:buFontTx/>
              <a:buNone/>
              <a:tabLst/>
              <a:defRPr/>
            </a:pPr>
            <a:r>
              <a:rPr lang="en-GB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</a:rPr>
              <a:t>© </a:t>
            </a:r>
            <a:r>
              <a:rPr lang="en-GB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  <a:cs typeface="Poppins" panose="00000500000000000000" pitchFamily="2" charset="0"/>
              </a:rPr>
              <a:t>WAVESTONE</a:t>
            </a:r>
            <a:r>
              <a:rPr lang="en-GB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</a:rPr>
              <a:t> | </a:t>
            </a:r>
            <a:fld id="{55EE84F1-812F-F440-AFF9-6DD93A744E0D}" type="slidenum">
              <a:rPr lang="en-GB" sz="700" smtClean="0">
                <a:solidFill>
                  <a:schemeClr val="bg2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173C6A"/>
                </a:buClr>
                <a:buSzTx/>
                <a:buFontTx/>
                <a:buNone/>
                <a:tabLst/>
                <a:defRPr/>
              </a:pPr>
              <a:t>‹#›</a:t>
            </a:fld>
            <a:endParaRPr lang="en-GB" sz="700">
              <a:solidFill>
                <a:schemeClr val="bg2">
                  <a:lumMod val="100000"/>
                </a:schemeClr>
              </a:solidFill>
              <a:latin typeface="+mn-lt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18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77" r:id="rId2"/>
    <p:sldLayoutId id="2147483776" r:id="rId3"/>
    <p:sldLayoutId id="2147483778" r:id="rId4"/>
    <p:sldLayoutId id="2147483757" r:id="rId5"/>
    <p:sldLayoutId id="2147483756" r:id="rId6"/>
    <p:sldLayoutId id="2147483758" r:id="rId7"/>
    <p:sldLayoutId id="2147483780" r:id="rId8"/>
    <p:sldLayoutId id="2147483779" r:id="rId9"/>
    <p:sldLayoutId id="2147483759" r:id="rId10"/>
    <p:sldLayoutId id="2147483760" r:id="rId11"/>
    <p:sldLayoutId id="2147483761" r:id="rId12"/>
    <p:sldLayoutId id="2147483781" r:id="rId13"/>
    <p:sldLayoutId id="2147483783" r:id="rId14"/>
    <p:sldLayoutId id="2147483782" r:id="rId15"/>
    <p:sldLayoutId id="2147483784" r:id="rId16"/>
    <p:sldLayoutId id="2147483785" r:id="rId17"/>
    <p:sldLayoutId id="2147483765" r:id="rId18"/>
    <p:sldLayoutId id="2147483768" r:id="rId19"/>
    <p:sldLayoutId id="2147483786" r:id="rId20"/>
    <p:sldLayoutId id="2147483773" r:id="rId21"/>
    <p:sldLayoutId id="2147483787" r:id="rId22"/>
    <p:sldLayoutId id="2147483771" r:id="rId23"/>
    <p:sldLayoutId id="2147483772" r:id="rId24"/>
    <p:sldLayoutId id="2147483792" r:id="rId25"/>
    <p:sldLayoutId id="2147483793" r:id="rId26"/>
    <p:sldLayoutId id="2147483788" r:id="rId27"/>
    <p:sldLayoutId id="2147483790" r:id="rId28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kern="1200" baseline="0">
          <a:solidFill>
            <a:schemeClr val="bg2">
              <a:lumMod val="10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tabLst/>
        <a:defRPr sz="160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271463" indent="-271463" algn="l" defTabSz="914400" rtl="0" eaLnBrk="1" latinLnBrk="0" hangingPunct="1">
        <a:lnSpc>
          <a:spcPct val="100000"/>
        </a:lnSpc>
        <a:spcBef>
          <a:spcPts val="600"/>
        </a:spcBef>
        <a:buClr>
          <a:schemeClr val="bg2"/>
        </a:buClr>
        <a:buFont typeface="Avenir Next LT Pro" panose="020B05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53975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bg2"/>
        </a:buClr>
        <a:buFont typeface="Poppins" panose="00000500000000000000" pitchFamily="2" charset="0"/>
        <a:buChar char="–"/>
        <a:tabLst>
          <a:tab pos="88900" algn="l"/>
        </a:tabLst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6700" algn="l" defTabSz="989013" rtl="0" eaLnBrk="1" latinLnBrk="0" hangingPunct="1">
        <a:lnSpc>
          <a:spcPct val="100000"/>
        </a:lnSpc>
        <a:spcBef>
          <a:spcPts val="600"/>
        </a:spcBef>
        <a:buClr>
          <a:schemeClr val="bg2"/>
        </a:buClr>
        <a:buFont typeface="Courier New" panose="02070309020205020404" pitchFamily="49" charset="0"/>
        <a:buChar char="o"/>
        <a:defRPr sz="1200" kern="1200" cap="none" baseline="0">
          <a:solidFill>
            <a:schemeClr val="tx1"/>
          </a:solidFill>
          <a:latin typeface="+mn-lt"/>
          <a:ea typeface="+mn-ea"/>
          <a:cs typeface="+mn-cs"/>
        </a:defRPr>
      </a:lvl4pPr>
      <a:lvl5pPr marL="806450" marR="0" indent="-266700" algn="l" defTabSz="62865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2"/>
        </a:buClr>
        <a:buSzTx/>
        <a:buFont typeface="Courier New" panose="02070309020205020404" pitchFamily="49" charset="0"/>
        <a:buChar char="o"/>
        <a:tabLst/>
        <a:defRPr lang="fr-FR" sz="12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539750" indent="261938" algn="just" defTabSz="914400" rtl="0" eaLnBrk="1" latinLnBrk="0" hangingPunct="1">
        <a:lnSpc>
          <a:spcPct val="100000"/>
        </a:lnSpc>
        <a:spcBef>
          <a:spcPts val="600"/>
        </a:spcBef>
        <a:buClr>
          <a:schemeClr val="bg2"/>
        </a:buClr>
        <a:buFont typeface="Courier New" panose="02070309020205020404" pitchFamily="49" charset="0"/>
        <a:buChar char="o"/>
        <a:defRPr lang="fr-FR" sz="1200" kern="1200" baseline="0" noProof="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720725" indent="360363" algn="just" defTabSz="914400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Courier New" panose="02070309020205020404" pitchFamily="49" charset="0"/>
        <a:buChar char="o"/>
        <a:defRPr lang="fr-FR" sz="1200" kern="1200" baseline="0" noProof="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806450" marR="0" indent="-266700" algn="just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2"/>
        </a:buClr>
        <a:buSzTx/>
        <a:buFont typeface="Courier New" panose="02070309020205020404" pitchFamily="49" charset="0"/>
        <a:buChar char="o"/>
        <a:tabLst/>
        <a:defRPr lang="fr-FR" sz="12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806450" indent="-266700" algn="just" defTabSz="914400" rtl="0" eaLnBrk="1" latinLnBrk="0" hangingPunct="1">
        <a:lnSpc>
          <a:spcPct val="100000"/>
        </a:lnSpc>
        <a:spcBef>
          <a:spcPts val="600"/>
        </a:spcBef>
        <a:buClr>
          <a:schemeClr val="bg2"/>
        </a:buClr>
        <a:buFont typeface="Courier New" panose="02070309020205020404" pitchFamily="49" charset="0"/>
        <a:buChar char="o"/>
        <a:tabLst>
          <a:tab pos="982663" algn="l"/>
        </a:tabLst>
        <a:defRPr lang="fr-FR" sz="12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orient="horz" pos="2387" userDrawn="1">
          <p15:clr>
            <a:srgbClr val="F26B43"/>
          </p15:clr>
        </p15:guide>
        <p15:guide id="23" pos="267" userDrawn="1">
          <p15:clr>
            <a:srgbClr val="F26B43"/>
          </p15:clr>
        </p15:guide>
        <p15:guide id="24" pos="7413" userDrawn="1">
          <p15:clr>
            <a:srgbClr val="F26B43"/>
          </p15:clr>
        </p15:guide>
        <p15:guide id="25" orient="horz" pos="255" userDrawn="1">
          <p15:clr>
            <a:srgbClr val="F26B43"/>
          </p15:clr>
        </p15:guide>
        <p15:guide id="26" orient="horz" pos="845" userDrawn="1">
          <p15:clr>
            <a:srgbClr val="F26B43"/>
          </p15:clr>
        </p15:guide>
        <p15:guide id="27" orient="horz" pos="3929" userDrawn="1">
          <p15:clr>
            <a:srgbClr val="F26B43"/>
          </p15:clr>
        </p15:guide>
        <p15:guide id="28" orient="horz" pos="424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9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10" Type="http://schemas.openxmlformats.org/officeDocument/2006/relationships/image" Target="../media/image34.sv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customXml" Target="../../customXml/item6.xml"/><Relationship Id="rId1" Type="http://schemas.openxmlformats.org/officeDocument/2006/relationships/customXml" Target="../../customXml/item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44DEFB28-DD82-8220-6D41-D3DDC8686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B3D0CB3-DC7E-D2F9-2AC6-B7DD459D711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E2B6F77-E915-A9E8-21FB-2F576DE0D9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2AA7F827-5CB5-953C-1A05-68DE0CA070E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Espace réservé pour une image  12">
            <a:extLst>
              <a:ext uri="{FF2B5EF4-FFF2-40B4-BE49-F238E27FC236}">
                <a16:creationId xmlns:a16="http://schemas.microsoft.com/office/drawing/2014/main" id="{1E0B1CA2-249C-31E4-ACEA-BD0EA09CC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33559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8047EA-FF8A-BD32-C757-6967C380C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 de mon site web perso</a:t>
            </a:r>
          </a:p>
        </p:txBody>
      </p:sp>
      <p:pic>
        <p:nvPicPr>
          <p:cNvPr id="5" name="Picture 4" descr="A person with a computer&#10;&#10;AI-generated content may be incorrect.">
            <a:extLst>
              <a:ext uri="{FF2B5EF4-FFF2-40B4-BE49-F238E27FC236}">
                <a16:creationId xmlns:a16="http://schemas.microsoft.com/office/drawing/2014/main" id="{04749814-9780-19B6-4F43-DD68D4172D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0747" y="5608218"/>
            <a:ext cx="635165" cy="63516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6C20846-5B68-BAE6-40FB-547F92D689FE}"/>
              </a:ext>
            </a:extLst>
          </p:cNvPr>
          <p:cNvSpPr/>
          <p:nvPr/>
        </p:nvSpPr>
        <p:spPr>
          <a:xfrm>
            <a:off x="519546" y="1073727"/>
            <a:ext cx="11337566" cy="4211781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10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600"/>
              </a:spcBef>
            </a:pPr>
            <a:endParaRPr lang="fr-FR" sz="2000" dirty="0" err="1">
              <a:solidFill>
                <a:schemeClr val="bg2"/>
              </a:solidFill>
              <a:ea typeface="+mj-ea"/>
              <a:cs typeface="+mj-cs"/>
            </a:endParaRPr>
          </a:p>
        </p:txBody>
      </p:sp>
      <p:pic>
        <p:nvPicPr>
          <p:cNvPr id="7" name="Picture 6" descr="A blue logo with a black background&#10;&#10;AI-generated content may be incorrect.">
            <a:extLst>
              <a:ext uri="{FF2B5EF4-FFF2-40B4-BE49-F238E27FC236}">
                <a16:creationId xmlns:a16="http://schemas.microsoft.com/office/drawing/2014/main" id="{A0BED5AE-392D-F204-8DB7-CD9F22A23A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31" y="1157858"/>
            <a:ext cx="367160" cy="367160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4DA261E9-692A-A488-416D-7DEB8D9897CB}"/>
              </a:ext>
            </a:extLst>
          </p:cNvPr>
          <p:cNvGrpSpPr>
            <a:grpSpLocks/>
          </p:cNvGrpSpPr>
          <p:nvPr/>
        </p:nvGrpSpPr>
        <p:grpSpPr>
          <a:xfrm>
            <a:off x="5285053" y="2022195"/>
            <a:ext cx="1806551" cy="362818"/>
            <a:chOff x="5127648" y="2022195"/>
            <a:chExt cx="1806551" cy="362818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3BC41F6-C27D-E913-C023-79C999299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127648" y="2022195"/>
              <a:ext cx="362818" cy="362818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CA43B35-8F42-25B5-F505-111C568A20C7}"/>
                </a:ext>
              </a:extLst>
            </p:cNvPr>
            <p:cNvSpPr/>
            <p:nvPr/>
          </p:nvSpPr>
          <p:spPr>
            <a:xfrm>
              <a:off x="5646212" y="2022195"/>
              <a:ext cx="1287987" cy="362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6">
                      <a:lumMod val="10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1200" dirty="0">
                  <a:solidFill>
                    <a:schemeClr val="tx1">
                      <a:lumMod val="100000"/>
                    </a:schemeClr>
                  </a:solidFill>
                  <a:ea typeface="+mj-ea"/>
                  <a:cs typeface="+mj-cs"/>
                </a:rPr>
                <a:t>Container Apps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D719970E-E55A-C4CF-37BF-E2E1C0393E2B}"/>
              </a:ext>
            </a:extLst>
          </p:cNvPr>
          <p:cNvSpPr>
            <a:spLocks/>
          </p:cNvSpPr>
          <p:nvPr/>
        </p:nvSpPr>
        <p:spPr>
          <a:xfrm>
            <a:off x="4578928" y="1918855"/>
            <a:ext cx="3218802" cy="2320635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10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600"/>
              </a:spcBef>
            </a:pPr>
            <a:endParaRPr lang="fr-FR" sz="2000" dirty="0" err="1">
              <a:solidFill>
                <a:schemeClr val="bg2"/>
              </a:solidFill>
              <a:ea typeface="+mj-ea"/>
              <a:cs typeface="+mj-cs"/>
            </a:endParaRPr>
          </a:p>
        </p:txBody>
      </p:sp>
      <p:pic>
        <p:nvPicPr>
          <p:cNvPr id="1028" name="Picture 4" descr="Container Pause08 Lineal Color icon | Freepik">
            <a:extLst>
              <a:ext uri="{FF2B5EF4-FFF2-40B4-BE49-F238E27FC236}">
                <a16:creationId xmlns:a16="http://schemas.microsoft.com/office/drawing/2014/main" id="{F22C8210-402D-7FD5-3492-876AF5C485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76" b="17576"/>
          <a:stretch>
            <a:fillRect/>
          </a:stretch>
        </p:blipFill>
        <p:spPr bwMode="auto">
          <a:xfrm>
            <a:off x="5234155" y="2732545"/>
            <a:ext cx="643159" cy="417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4448CAB-D1AB-5726-92C6-FFA7D9099388}"/>
              </a:ext>
            </a:extLst>
          </p:cNvPr>
          <p:cNvSpPr>
            <a:spLocks/>
          </p:cNvSpPr>
          <p:nvPr/>
        </p:nvSpPr>
        <p:spPr>
          <a:xfrm>
            <a:off x="5971505" y="2759675"/>
            <a:ext cx="1077596" cy="362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10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600"/>
              </a:spcBef>
            </a:pPr>
            <a:r>
              <a:rPr lang="fr-FR" sz="1100" dirty="0">
                <a:solidFill>
                  <a:schemeClr val="tx1">
                    <a:lumMod val="100000"/>
                  </a:schemeClr>
                </a:solidFill>
                <a:ea typeface="+mj-ea"/>
                <a:cs typeface="+mj-cs"/>
              </a:rPr>
              <a:t>PostgreSQL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BE01CC6-B6B0-AED5-0897-BBB979604F5F}"/>
              </a:ext>
            </a:extLst>
          </p:cNvPr>
          <p:cNvGrpSpPr/>
          <p:nvPr/>
        </p:nvGrpSpPr>
        <p:grpSpPr>
          <a:xfrm>
            <a:off x="5234155" y="3576249"/>
            <a:ext cx="1814946" cy="417079"/>
            <a:chOff x="5234155" y="3401882"/>
            <a:chExt cx="1814946" cy="417079"/>
          </a:xfrm>
        </p:grpSpPr>
        <p:pic>
          <p:nvPicPr>
            <p:cNvPr id="16" name="Picture 4" descr="Container Pause08 Lineal Color icon | Freepik">
              <a:extLst>
                <a:ext uri="{FF2B5EF4-FFF2-40B4-BE49-F238E27FC236}">
                  <a16:creationId xmlns:a16="http://schemas.microsoft.com/office/drawing/2014/main" id="{993F3FED-79A9-0C33-A9DF-C8E3713A455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576" b="17576"/>
            <a:stretch>
              <a:fillRect/>
            </a:stretch>
          </p:blipFill>
          <p:spPr bwMode="auto">
            <a:xfrm>
              <a:off x="5234155" y="3401882"/>
              <a:ext cx="643159" cy="4170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41DAFE5-2D21-0983-F182-8722DB7FBF9E}"/>
                </a:ext>
              </a:extLst>
            </p:cNvPr>
            <p:cNvSpPr>
              <a:spLocks/>
            </p:cNvSpPr>
            <p:nvPr/>
          </p:nvSpPr>
          <p:spPr>
            <a:xfrm>
              <a:off x="5971505" y="3429012"/>
              <a:ext cx="1077596" cy="362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6">
                      <a:lumMod val="10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1100" dirty="0">
                  <a:solidFill>
                    <a:schemeClr val="tx1">
                      <a:lumMod val="100000"/>
                    </a:schemeClr>
                  </a:solidFill>
                  <a:ea typeface="+mj-ea"/>
                  <a:cs typeface="+mj-cs"/>
                </a:rPr>
                <a:t>Django</a:t>
              </a:r>
            </a:p>
          </p:txBody>
        </p:sp>
      </p:grpSp>
      <p:pic>
        <p:nvPicPr>
          <p:cNvPr id="19" name="Graphic 18">
            <a:extLst>
              <a:ext uri="{FF2B5EF4-FFF2-40B4-BE49-F238E27FC236}">
                <a16:creationId xmlns:a16="http://schemas.microsoft.com/office/drawing/2014/main" id="{41C2CBE6-96EB-B0A6-2ADC-6C24704F25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72540" y="2010352"/>
            <a:ext cx="639041" cy="639041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9A88587-29A9-3615-29D7-F7E56370B8A0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188330" y="3993328"/>
            <a:ext cx="0" cy="1614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8D58C4A-156D-CBCE-6D0F-27E29FED0AA7}"/>
              </a:ext>
            </a:extLst>
          </p:cNvPr>
          <p:cNvCxnSpPr>
            <a:cxnSpLocks/>
          </p:cNvCxnSpPr>
          <p:nvPr/>
        </p:nvCxnSpPr>
        <p:spPr>
          <a:xfrm flipV="1">
            <a:off x="6188330" y="3149624"/>
            <a:ext cx="0" cy="453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E7193C2-9CF9-E1A6-CB9C-1A551F0AFA54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2629317" y="2385013"/>
            <a:ext cx="2604838" cy="1399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638F0728-8E95-609A-B20A-CBACCDBD283F}"/>
              </a:ext>
            </a:extLst>
          </p:cNvPr>
          <p:cNvSpPr/>
          <p:nvPr/>
        </p:nvSpPr>
        <p:spPr>
          <a:xfrm>
            <a:off x="1392747" y="2618254"/>
            <a:ext cx="1920992" cy="483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10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fr-FR" sz="900" i="1" dirty="0">
                <a:solidFill>
                  <a:schemeClr val="tx1">
                    <a:lumMod val="100000"/>
                  </a:schemeClr>
                </a:solidFill>
                <a:ea typeface="+mj-ea"/>
                <a:cs typeface="+mj-cs"/>
              </a:rPr>
              <a:t>Utilisé pour stocké les images et/ou vidéos (contenu riche)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ACD4D6F-4E4C-E3C9-189C-E71B0E4180A8}"/>
              </a:ext>
            </a:extLst>
          </p:cNvPr>
          <p:cNvSpPr>
            <a:spLocks/>
          </p:cNvSpPr>
          <p:nvPr/>
        </p:nvSpPr>
        <p:spPr>
          <a:xfrm>
            <a:off x="1624945" y="1663420"/>
            <a:ext cx="1334231" cy="362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10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600"/>
              </a:spcBef>
            </a:pPr>
            <a:r>
              <a:rPr lang="fr-FR" sz="1200" dirty="0">
                <a:solidFill>
                  <a:schemeClr val="tx1">
                    <a:lumMod val="100000"/>
                  </a:schemeClr>
                </a:solidFill>
                <a:ea typeface="+mj-ea"/>
                <a:cs typeface="+mj-cs"/>
              </a:rPr>
              <a:t>Storage </a:t>
            </a:r>
            <a:r>
              <a:rPr lang="fr-FR" sz="1200" dirty="0" err="1">
                <a:solidFill>
                  <a:schemeClr val="tx1">
                    <a:lumMod val="100000"/>
                  </a:schemeClr>
                </a:solidFill>
                <a:ea typeface="+mj-ea"/>
                <a:cs typeface="+mj-cs"/>
              </a:rPr>
              <a:t>Account</a:t>
            </a:r>
            <a:endParaRPr lang="fr-FR" sz="1200" dirty="0">
              <a:solidFill>
                <a:schemeClr val="tx1">
                  <a:lumMod val="100000"/>
                </a:schemeClr>
              </a:solidFill>
              <a:ea typeface="+mj-ea"/>
              <a:cs typeface="+mj-cs"/>
            </a:endParaRP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547AA303-1F1C-A2F6-F440-D071F7449BE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79053" y="1868731"/>
            <a:ext cx="334873" cy="334873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414345ED-FAAA-8590-8AEE-A1DA2DB087D1}"/>
              </a:ext>
            </a:extLst>
          </p:cNvPr>
          <p:cNvSpPr>
            <a:spLocks/>
          </p:cNvSpPr>
          <p:nvPr/>
        </p:nvSpPr>
        <p:spPr>
          <a:xfrm>
            <a:off x="8339885" y="1705444"/>
            <a:ext cx="1407455" cy="661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10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fr-FR" sz="1100" i="1" dirty="0">
                <a:solidFill>
                  <a:schemeClr val="tx1">
                    <a:lumMod val="100000"/>
                  </a:schemeClr>
                </a:solidFill>
                <a:ea typeface="+mj-ea"/>
                <a:cs typeface="+mj-cs"/>
              </a:rPr>
              <a:t>MI avec rôle de Storage Blob Data </a:t>
            </a:r>
            <a:r>
              <a:rPr lang="fr-FR" sz="1100" i="1" dirty="0" err="1">
                <a:solidFill>
                  <a:schemeClr val="tx1">
                    <a:lumMod val="100000"/>
                  </a:schemeClr>
                </a:solidFill>
                <a:ea typeface="+mj-ea"/>
                <a:cs typeface="+mj-cs"/>
              </a:rPr>
              <a:t>Contributor</a:t>
            </a:r>
            <a:endParaRPr lang="fr-FR" sz="1100" i="1" dirty="0">
              <a:solidFill>
                <a:schemeClr val="tx1">
                  <a:lumMod val="100000"/>
                </a:schemeClr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76025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16E3A2-9C8E-B863-4D12-ABFE080FE6D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3984" y="-936774"/>
            <a:ext cx="11342769" cy="936774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GB"/>
              <a:t>End page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0380561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TOCALGOID" val="ScriptedShapesTocAlgo"/>
  <p:tag name="UPSLIDETOCMASTERID" val="Wavestone White - Landscape EN7 13 2016"/>
  <p:tag name="UPSLIDETOCMASTERNAME" val="Wavestone White - Landscape EN"/>
  <p:tag name="UPSLIDETOCMASTERLASTEDITIONDATE" val="636045403044458308"/>
  <p:tag name="UPSLIDETOCOPTIONS" val="&lt;?xml version=&quot;1.0&quot; encoding=&quot;utf-16&quot;?&gt;&#10;&lt;TocContentOptions xmlns:xsi=&quot;http://www.w3.org/2001/XMLSchema-instance&quot; xmlns:xsd=&quot;http://www.w3.org/2001/XMLSchema&quot;&gt;&#10;  &lt;TocSlidesOptions&gt;&#10;    &lt;ContainsSubSectionTitles&gt;false&lt;/ContainsSubSectionTitles&gt;&#10;    &lt;ContainsSlideTitles&gt;false&lt;/ContainsSlideTitles&gt;&#10;    &lt;ContainsParentLessSlidesTitles&gt;false&lt;/ContainsParentLessSlidesTitles&gt;&#10;    &lt;ContainsPrentLessSubsections&gt;false&lt;/ContainsPrentLessSubsections&gt;&#10;    &lt;ContainsAppendix&gt;false&lt;/ContainsAppendix&gt;&#10;    &lt;ContainsUnNumberedSections&gt;false&lt;/ContainsUnNumberedSections&gt;&#10;    &lt;SlideTitle&gt;Agenda&lt;/SlideTitle&gt;&#10;  &lt;/TocSlidesOptions&gt;&#10;  &lt;SectionSlideOptions&gt;&#10;    &lt;ContainsOwnSubSection&gt;true&lt;/ContainsOwnSubSection&gt;&#10;    &lt;ContainsOwnSlide&gt;true&lt;/ContainsOwnSlide&gt;&#10;    &lt;ContainsOtherSections&gt;true&lt;/ContainsOtherSections&gt;&#10;    &lt;ContainsOthersSubsection&gt;true&lt;/ContainsOthersSubsection&gt;&#10;    &lt;containsAppendix&gt;true&lt;/containsAppendix&gt;&#10;    &lt;containsUnnumberedSections&gt;true&lt;/containsUnnumberedSections&gt;&#10;    &lt;SlideTitle&gt;Table of contents&lt;/SlideTitle&gt;&#10;  &lt;/SectionSlideOptions&gt;&#10;  &lt;SubSectionSlideOptions&gt;&#10;    &lt;ContainsOtherSubsections&gt;true&lt;/ContainsOtherSubsections&gt;&#10;    &lt;ContainsOwnSlides&gt;true&lt;/ContainsOwnSlides&gt;&#10;    &lt;ContainsParentSection&gt;true&lt;/ContainsParentSection&gt;&#10;    &lt;ContainsOtherSections&gt;true&lt;/ContainsOtherSections&gt;&#10;    &lt;containsAppendix&gt;true&lt;/containsAppendix&gt;&#10;    &lt;containsUnnumberedSections&gt;true&lt;/containsUnnumberedSections&gt;&#10;    &lt;SlideTitle&gt;Table of contents&lt;/SlideTitle&gt;&#10;  &lt;/SubSectionSlideOptions&gt;&#10;  &lt;UsedSlideLayouts&gt;&#10;    &lt;TocSlidesLayout&gt;&#10;      &lt;DesignName&gt;DRAFT-FR-A4-Deliverable-201619&lt;/DesignName&gt;&#10;      &lt;LayoutName&gt;Blank page&lt;/LayoutName&gt;&#10;    &lt;/TocSlidesLayout&gt;&#10;    &lt;SectionLayout&gt;&#10;      &lt;DesignName&gt;DRAFT-FR-A4-Deliverable-201619&lt;/DesignName&gt;&#10;      &lt;LayoutName&gt;Blank page&lt;/LayoutName&gt;&#10;    &lt;/SectionLayout&gt;&#10;    &lt;SubsectionLayout&gt;&#10;      &lt;DesignName&gt;DRAFT-FR-A4-Deliverable-201619&lt;/DesignName&gt;&#10;      &lt;LayoutName&gt;Blank page&lt;/LayoutName&gt;&#10;    &lt;/SubsectionLayout&gt;&#10;    &lt;TitleSliLayout&gt;&#10;      &lt;DesignName&gt;DRAFT-FR-A4-Deliverable-201619&lt;/DesignName&gt;&#10;      &lt;LayoutName&gt;Cover White + Image&lt;/LayoutName&gt;&#10;    &lt;/TitleSliLayout&gt;&#10;  &lt;/UsedSlideLayouts&gt;&#10;  &lt;ActiveReminders&gt;&#10;    &lt;ReminderScriptList&gt;&#10;      &lt;ReminderScript&gt;&#10;        &lt;Key xsi:type=&quot;xsd:string&quot;&gt;Reminder19/07/2016 13:48:31518297754&lt;/Key&gt;&#10;        &lt;Value xsi:type=&quot;xsd:string&quot;&gt;&amp;lt;%SubSecNumElseSecNum%&amp;gt;&amp;lt;%DotIfSubSecOrSecNum%&amp;gt; &amp;lt;%SubSecNameElseSecName%&amp;gt;&lt;/Value&gt;&#10;      &lt;/ReminderScript&gt;&#10;    &lt;/ReminderScriptList&gt;&#10;  &lt;/ActiveReminders&gt;&#10;  &lt;CustomAlgoOptions xsi:type=&quot;ScriptedSpecificAlgoOptions&quot;&gt;&#10;    &lt;CustomBaseAlgoOptions&gt;&#10;      &lt;UseSlideTitleAsSubSectionMarker&gt;false&lt;/UseSlideTitleAsSubSectionMarker&gt;&#10;      &lt;SlideTitleAsSectionMarker&gt;&#10;        &lt;UseTitleAsReminder&gt;false&lt;/UseTitleAsReminder&gt;&#10;      &lt;/SlideTitleAsSectionMarker&gt;&#10;      &lt;ShowSectionNums&gt;true&lt;/ShowSectionNums&gt;&#10;      &lt;ShowSlideIndex&gt;true&lt;/ShowSlideIndex&gt;&#10;      &lt;myColorOfNonCurrentItems&gt;&#10;        &lt;UseFixedColor&gt;false&lt;/UseFixedColor&gt;&#10;        &lt;R&gt;0&lt;/R&gt;&#10;        &lt;G&gt;0&lt;/G&gt;&#10;        &lt;B&gt;0&lt;/B&gt;&#10;      &lt;/myColorOfNonCurrentItems&gt;&#10;      &lt;currentItemFormat&gt;&#10;        &lt;UseBanner&gt;false&lt;/UseBanner&gt;&#10;        &lt;BannerFillR&gt;0&lt;/BannerFillR&gt;&#10;        &lt;BannerFillG&gt;0&lt;/BannerFillG&gt;&#10;        &lt;BannerFillB&gt;0&lt;/BannerFillB&gt;&#10;        &lt;ForceBold&gt;false&lt;/ForceBold&gt;&#10;        &lt;ApplyToSubSections&gt;true&lt;/ApplyToSubSections&gt;&#10;        &lt;ApplyToSectionsOnSubSectionDividers&gt;false&lt;/ApplyToSectionsOnSubSectionDividers&gt;&#10;        &lt;UseSubSecSpecificBanner&gt;false&lt;/UseSubSecSpecificBanner&gt;&#10;        &lt;SubSecBannerFillR&gt;0&lt;/SubSecBannerFillR&gt;&#10;        &lt;SubSecBannerFillG&gt;0&lt;/SubSecBannerFillG&gt;&#10;        &lt;SubSecBannerFillB&gt;0&lt;/SubSecBannerFillB&gt;&#10;      &lt;/currentItemFormat&gt;&#10;      &lt;nonCurrentItemAttenuation&gt;&#10;        &lt;Shading&gt;0.6&lt;/Shading&gt;&#10;      &lt;/nonCurrentItemAttenuation&gt;&#10;      &lt;ForceDisplayTOCOnTwocolumns&gt;false&lt;/ForceDisplayTOCOnTwocolumns&gt;&#10;      &lt;DisplayTOCOnTwocolumns&gt;false&lt;/DisplayTOCOnTwocolumns&gt;&#10;      &lt;Scripts&gt;&#10;        &lt;BeforeSubSecTitle /&gt;&#10;        &lt;BeforeSlideIndex&gt;Page &lt;/BeforeSlideIndex&gt;&#10;        &lt;AfterSecNum /&gt;&#10;        &lt;BeforeSecNum&gt;0&lt;/BeforeSecNum&gt;&#10;        &lt;AfterSubSecNum /&gt;&#10;        &lt;BeforeSubSecNum /&gt;&#10;      &lt;/Scripts&gt;&#10;      &lt;Lines&gt;&#10;        &lt;UseLineBelowSections&gt;false&lt;/UseLineBelowSections&gt;&#10;        &lt;LineBelowSection&gt;&#10;          &lt;XOffset&gt;0&lt;/XOffset&gt;&#10;          &lt;YOffset&gt;0&lt;/YOffset&gt;&#10;          &lt;Weight&gt;0&lt;/Weight&gt;&#10;          &lt;R&gt;0&lt;/R&gt;&#10;          &lt;G&gt;0&lt;/G&gt;&#10;          &lt;B&gt;0&lt;/B&gt;&#10;          &lt;LineStyle&gt;1&lt;/LineStyle&gt;&#10;        &lt;/LineBelowSection&gt;&#10;      &lt;/Lines&gt;&#10;      &lt;ManVerticalSpacing&gt;&#10;        &lt;UseManualSpacing&gt;false&lt;/UseManualSpacing&gt;&#10;        &lt;ManualSpacing&gt;&#10;          &lt;SpaceBeforeSections&gt;17.4750233&lt;/SpaceBeforeSections&gt;&#10;          &lt;SpaceBeforeSubSections&gt;11.6500158&lt;/SpaceBeforeSubSections&gt;&#10;          &lt;SpaceBeforeSlides&gt;5.825008&lt;/SpaceBeforeSlides&gt;&#10;        &lt;/ManualSpacing&gt;&#10;        &lt;ManualSpacingSections&gt;&#10;          &lt;SpaceBeforeSections&gt;0&lt;/SpaceBeforeSections&gt;&#10;          &lt;SpaceBeforeSubSections&gt;0&lt;/SpaceBeforeSubSections&gt;&#10;          &lt;SpaceBeforeSlides&gt;0&lt;/SpaceBeforeSlides&gt;&#10;        &lt;/ManualSpacingSections&gt;&#10;        &lt;ManualSpacingSubSections&gt;&#10;          &lt;SpaceBeforeSections&gt;0&lt;/SpaceBeforeSections&gt;&#10;          &lt;SpaceBeforeSubSections&gt;0&lt;/SpaceBeforeSubSections&gt;&#10;          &lt;SpaceBeforeSlides&gt;0&lt;/SpaceBeforeSlides&gt;&#10;        &lt;/ManualSpacingSubSections&gt;&#10;        &lt;UseSpecificSpacingForSecDivider&gt;false&lt;/UseSpecificSpacingForSecDivider&gt;&#10;        &lt;UseSpecificSpacingForSubSecDivider&gt;false&lt;/UseSpecificSpacingForSubSecDivider&gt;&#10;      &lt;/ManVerticalSpacing&gt;&#10;    &lt;/CustomBaseAlgoOptions&gt;&#10;    &lt;Sh1SecDividerOptions&gt;&#10;      &lt;UseShapeInDividers&gt;true&lt;/UseShapeInDividers&gt;&#10;      &lt;script&gt;0&amp;lt;%SectionNum%&amp;gt;&lt;/script&gt;&#10;    &lt;/Sh1SecDividerOptions&gt;&#10;    &lt;Sh2SecDividerOptions&gt;&#10;      &lt;UseShapeInDividers&gt;true&lt;/UseShapeInDividers&gt;&#10;      &lt;script&gt;&amp;lt;%SectionName%&amp;gt;&lt;/script&gt;&#10;    &lt;/Sh2SecDividerOptions&gt;&#10;    &lt;Sh3SecDividerOptions&gt;&#10;      &lt;UseShapeInDividers&gt;false&lt;/UseShapeInDividers&gt;&#10;    &lt;/Sh3SecDividerOptions&gt;&#10;    &lt;Sh1SubSecDividerOptions&gt;&#10;      &lt;UseShapeInDividers&gt;false&lt;/UseShapeInDividers&gt;&#10;      &lt;script&gt;&amp;lt;%SectionName%&amp;gt;&lt;/script&gt;&#10;    &lt;/Sh1SubSecDividerOptions&gt;&#10;    &lt;Sh2SubSecDividerOptions&gt;&#10;      &lt;UseShapeInDividers&gt;false&lt;/UseShapeInDividers&gt;&#10;    &lt;/Sh2SubSecDividerOptions&gt;&#10;    &lt;Sh3SubSecDividerOptions&gt;&#10;      &lt;UseShapeInDividers&gt;false&lt;/UseShapeInDividers&gt;&#10;    &lt;/Sh3SubSecDividerOptions&gt;&#10;  &lt;/CustomAlgoOptions&gt;&#10;  &lt;XmlSubSectionsHaveSlide&gt;false&lt;/XmlSubSectionsHaveSlide&gt;&#10;  &lt;AllowDuplicateTitleSlides&gt;true&lt;/AllowDuplicateTitleSlides&gt;&#10;  &lt;ShowEmptySlideTitles&gt;false&lt;/ShowEmptySlideTitles&gt;&#10;  &lt;NumberingOption&gt;&#10;    &lt;NumType&gt;FullArabic&lt;/NumType&gt;&#10;  &lt;/NumberingOption&gt;&#10;  &lt;NumberingOptionForAppendix&gt;&#10;    &lt;NumType&gt;RomanAndLetters&lt;/NumType&gt;&#10;  &lt;/NumberingOptionForAppendix&gt;&#10;&lt;/TocContentOptions&gt;"/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82896f81-e101-4051-a230-65c08d86e3b5&quot; /&gt;"/>
  <p:tag name="SP_POWERSHAPE" val="&lt;PowerShapeTag ClassVersion=&quot;0&quot; GUID=&quot;5ac22481-3ced-416b-838d-ba9ce6ab5b19&quot; IsConsolidated=&quot;False&quot; IsTopLevel=&quot;True&quot; Layer=&quot;Group 33&quot; Source=&quot;Group 33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5ac22481-3ced-416b-838d-ba9ce6ab5b19&quot; IsConsolidated=&quot;False&quot; IsTopLevel=&quot;False&quot; Layer=&quot;Oval 1 [0]&quot; Source=&quot;Group 33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5ac22481-3ced-416b-838d-ba9ce6ab5b19&quot; IsConsolidated=&quot;False&quot; IsTopLevel=&quot;False&quot; Layer=&quot;Oval 2 [0]&quot; Source=&quot;Group 33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5ac22481-3ced-416b-838d-ba9ce6ab5b19&quot; IsConsolidated=&quot;False&quot; IsTopLevel=&quot;False&quot; Layer=&quot;Oval 3 [0]&quot; Source=&quot;Group 33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5ac22481-3ced-416b-838d-ba9ce6ab5b19&quot; IsConsolidated=&quot;False&quot; IsTopLevel=&quot;False&quot; Layer=&quot;Oval 1 [1]&quot; Source=&quot;Group 33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5ac22481-3ced-416b-838d-ba9ce6ab5b19&quot; IsConsolidated=&quot;False&quot; IsTopLevel=&quot;False&quot; Layer=&quot;Oval 2 [1]&quot; Source=&quot;Group 33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5ac22481-3ced-416b-838d-ba9ce6ab5b19&quot; IsConsolidated=&quot;False&quot; IsTopLevel=&quot;False&quot; Layer=&quot;Oval 3 [1]&quot; Source=&quot;Group 33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5ac22481-3ced-416b-838d-ba9ce6ab5b19&quot; IsConsolidated=&quot;False&quot; IsTopLevel=&quot;False&quot; Layer=&quot;Oval 1 [2]&quot; Source=&quot;Group 33&quot; /&gt;"/>
  <p:tag name="TEMPLAFYSLIDEID" val="638532000846954149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5ac22481-3ced-416b-838d-ba9ce6ab5b19&quot; IsConsolidated=&quot;False&quot; IsTopLevel=&quot;False&quot; Layer=&quot;Oval 2 [2]&quot; Source=&quot;Group 33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5ac22481-3ced-416b-838d-ba9ce6ab5b19&quot; IsConsolidated=&quot;False&quot; IsTopLevel=&quot;False&quot; Layer=&quot;Oval 3 [2]&quot; Source=&quot;Group 33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5ac22481-3ced-416b-838d-ba9ce6ab5b19&quot; IsConsolidated=&quot;False&quot; IsTopLevel=&quot;False&quot; Layer=&quot;Oval 1 [4]&quot; Source=&quot;Group 33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5ac22481-3ced-416b-838d-ba9ce6ab5b19&quot; IsConsolidated=&quot;False&quot; IsTopLevel=&quot;False&quot; Layer=&quot;Oval 2 [4]&quot; Source=&quot;Group 33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5ac22481-3ced-416b-838d-ba9ce6ab5b19&quot; IsConsolidated=&quot;False&quot; IsTopLevel=&quot;False&quot; Layer=&quot;Oval 3 [4]&quot; Source=&quot;Group 33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5ac22481-3ced-416b-838d-ba9ce6ab5b19&quot; IsConsolidated=&quot;False&quot; IsTopLevel=&quot;False&quot; Layer=&quot;Oval 1 [3]&quot; Source=&quot;Group 33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5ac22481-3ced-416b-838d-ba9ce6ab5b19&quot; IsConsolidated=&quot;False&quot; IsTopLevel=&quot;False&quot; Layer=&quot;Oval 2 [3]&quot; Source=&quot;Group 33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5ac22481-3ced-416b-838d-ba9ce6ab5b19&quot; IsConsolidated=&quot;False&quot; IsTopLevel=&quot;False&quot; Layer=&quot;Oval 3 [3]&quot; Source=&quot;Group 33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5ac22481-3ced-416b-838d-ba9ce6ab5b19&quot; IsConsolidated=&quot;False&quot; IsTopLevel=&quot;False&quot; Layer=&quot;Oval 1 [5]&quot; Source=&quot;Group 33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5ac22481-3ced-416b-838d-ba9ce6ab5b19&quot; IsConsolidated=&quot;False&quot; IsTopLevel=&quot;False&quot; Layer=&quot;Oval 2 [5]&quot; Source=&quot;Group 33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5ac22481-3ced-416b-838d-ba9ce6ab5b19&quot; IsConsolidated=&quot;False&quot; IsTopLevel=&quot;False&quot; Layer=&quot;Oval 3 [5]&quot; Source=&quot;Group 33&quot; /&gt;"/>
</p:tagLst>
</file>

<file path=ppt/theme/theme1.xml><?xml version="1.0" encoding="utf-8"?>
<a:theme xmlns:a="http://schemas.openxmlformats.org/drawingml/2006/main" name="Wavestone template-EN-16.9-Landscape-2024">
  <a:themeElements>
    <a:clrScheme name="Wavestone July 30">
      <a:dk1>
        <a:srgbClr val="000000"/>
      </a:dk1>
      <a:lt1>
        <a:srgbClr val="FFFFFF"/>
      </a:lt1>
      <a:dk2>
        <a:srgbClr val="FFFFFF"/>
      </a:dk2>
      <a:lt2>
        <a:srgbClr val="451DC7"/>
      </a:lt2>
      <a:accent1>
        <a:srgbClr val="04F06A"/>
      </a:accent1>
      <a:accent2>
        <a:srgbClr val="CAFEE0"/>
      </a:accent2>
      <a:accent3>
        <a:srgbClr val="250F6B"/>
      </a:accent3>
      <a:accent4>
        <a:srgbClr val="4682B4"/>
      </a:accent4>
      <a:accent5>
        <a:srgbClr val="8F00FF"/>
      </a:accent5>
      <a:accent6>
        <a:srgbClr val="F6F6F6"/>
      </a:accent6>
      <a:hlink>
        <a:srgbClr val="451DC7"/>
      </a:hlink>
      <a:folHlink>
        <a:srgbClr val="451DC7"/>
      </a:folHlink>
    </a:clrScheme>
    <a:fontScheme name="Wavestone NEW">
      <a:majorFont>
        <a:latin typeface="Aptos SemiBold"/>
        <a:ea typeface=""/>
        <a:cs typeface=""/>
      </a:majorFont>
      <a:minorFont>
        <a:latin typeface="Aptos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100000"/>
          </a:schemeClr>
        </a:solidFill>
        <a:ln>
          <a:noFill/>
        </a:ln>
      </a:spPr>
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spcBef>
            <a:spcPts val="600"/>
          </a:spcBef>
          <a:defRPr sz="2000" dirty="0" err="1" smtClean="0">
            <a:solidFill>
              <a:schemeClr val="bg2"/>
            </a:solidFill>
            <a:ea typeface="+mj-ea"/>
            <a:cs typeface="+mj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000" rIns="0" bIns="36000" rtlCol="0">
        <a:spAutoFit/>
      </a:bodyPr>
      <a:lstStyle>
        <a:defPPr algn="l">
          <a:spcBef>
            <a:spcPts val="6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W+Q shared transition template - Landscape 16-9.potx" id="{665AFD69-305F-41A6-A52D-4956F3F8A12E}" vid="{A3E2CB7A-C858-4B38-981D-43C1CDC5585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ECFE0972B2B44FB545C7E1A5F492E2" ma:contentTypeVersion="14" ma:contentTypeDescription="Crée un document." ma:contentTypeScope="" ma:versionID="87003696624ad3853967633379358a9a">
  <xsd:schema xmlns:xsd="http://www.w3.org/2001/XMLSchema" xmlns:xs="http://www.w3.org/2001/XMLSchema" xmlns:p="http://schemas.microsoft.com/office/2006/metadata/properties" xmlns:ns2="16316185-1414-45e9-927b-7fb57faef354" xmlns:ns3="867eb8d2-7f56-448d-9b57-9fc937d2a236" targetNamespace="http://schemas.microsoft.com/office/2006/metadata/properties" ma:root="true" ma:fieldsID="0ba610eda9b64fdde27e284f71e5bbd7" ns2:_="" ns3:_="">
    <xsd:import namespace="16316185-1414-45e9-927b-7fb57faef354"/>
    <xsd:import namespace="867eb8d2-7f56-448d-9b57-9fc937d2a23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316185-1414-45e9-927b-7fb57faef3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f9efb03f-e9de-4143-b61f-0d56fef76e3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7eb8d2-7f56-448d-9b57-9fc937d2a236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TemplafySlideTemplateConfiguration><![CDATA[{"slideVersion":1,"isValidatorEnabled":false,"isLocked":false,"elementsMetadata":[],"slideId":"1323057993350905863","enableDocumentContentUpdater":false,"version":"2.0"}]]></TemplafySlideTemplateConfiguration>
</file>

<file path=customXml/item4.xml><?xml version="1.0" encoding="utf-8"?>
<TemplafySlideTemplateConfiguration><![CDATA[{"slideVersion":1,"isValidatorEnabled":false,"isLocked":false,"elementsMetadata":[],"slideId":"1323057993350905856","enableDocumentContentUpdater":false,"version":"2.0"}]]></TemplafySlideTemplateConfiguration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6316185-1414-45e9-927b-7fb57faef354">
      <Terms xmlns="http://schemas.microsoft.com/office/infopath/2007/PartnerControls"/>
    </lcf76f155ced4ddcb4097134ff3c332f>
    <SharedWithUsers xmlns="867eb8d2-7f56-448d-9b57-9fc937d2a236">
      <UserInfo>
        <DisplayName>LAMIGEON Sarah</DisplayName>
        <AccountId>18</AccountId>
        <AccountType/>
      </UserInfo>
    </SharedWithUsers>
  </documentManagement>
</p:properties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FormConfiguration><![CDATA[{"formFields":[],"formDataEntries":[]}]]></TemplafyFormConfiguration>
</file>

<file path=customXml/item8.xml><?xml version="1.0" encoding="utf-8"?>
<TemplafyTemplateConfiguration><![CDATA[{"elementsMetadata":[],"transformationConfigurations":[],"templateName":"PowerPoint Presentation","templateDescription":"","enableDocumentContentUpdater":true,"version":"2.0"}]]></TemplafyTemplateConfiguration>
</file>

<file path=customXml/item9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C1D0B3A8-0096-4EF5-A5A0-11075698959D}">
  <ds:schemaRefs>
    <ds:schemaRef ds:uri="16316185-1414-45e9-927b-7fb57faef354"/>
    <ds:schemaRef ds:uri="867eb8d2-7f56-448d-9b57-9fc937d2a23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9CA0A77-A734-4EA3-BC5A-E795AFED71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913376-01E3-4507-8999-E3A39E81A5DE}">
  <ds:schemaRefs/>
</ds:datastoreItem>
</file>

<file path=customXml/itemProps4.xml><?xml version="1.0" encoding="utf-8"?>
<ds:datastoreItem xmlns:ds="http://schemas.openxmlformats.org/officeDocument/2006/customXml" ds:itemID="{5E75C895-6316-4CCE-AB44-A326CE17B2D2}">
  <ds:schemaRefs/>
</ds:datastoreItem>
</file>

<file path=customXml/itemProps5.xml><?xml version="1.0" encoding="utf-8"?>
<ds:datastoreItem xmlns:ds="http://schemas.openxmlformats.org/officeDocument/2006/customXml" ds:itemID="{12B69CF8-0A8E-4948-891D-B6F82A36F6FD}">
  <ds:schemaRefs>
    <ds:schemaRef ds:uri="16316185-1414-45e9-927b-7fb57faef354"/>
    <ds:schemaRef ds:uri="867eb8d2-7f56-448d-9b57-9fc937d2a23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6.xml><?xml version="1.0" encoding="utf-8"?>
<ds:datastoreItem xmlns:ds="http://schemas.openxmlformats.org/officeDocument/2006/customXml" ds:itemID="{11DEEC96-0142-4909-8AC4-C191BF556BB9}">
  <ds:schemaRefs/>
</ds:datastoreItem>
</file>

<file path=customXml/itemProps7.xml><?xml version="1.0" encoding="utf-8"?>
<ds:datastoreItem xmlns:ds="http://schemas.openxmlformats.org/officeDocument/2006/customXml" ds:itemID="{ECB6662F-9EB6-41C7-8CEC-25F9CAEB01A5}">
  <ds:schemaRefs/>
</ds:datastoreItem>
</file>

<file path=customXml/itemProps8.xml><?xml version="1.0" encoding="utf-8"?>
<ds:datastoreItem xmlns:ds="http://schemas.openxmlformats.org/officeDocument/2006/customXml" ds:itemID="{942B204F-496F-4799-8675-D5FC617A3B75}">
  <ds:schemaRefs/>
</ds:datastoreItem>
</file>

<file path=customXml/itemProps9.xml><?xml version="1.0" encoding="utf-8"?>
<ds:datastoreItem xmlns:ds="http://schemas.openxmlformats.org/officeDocument/2006/customXml" ds:itemID="{124230BB-5CB9-463B-9E5E-E6D16843910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Words>36</Words>
  <Application>Microsoft Office PowerPoint</Application>
  <PresentationFormat>Widescreen</PresentationFormat>
  <Paragraphs>9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5" baseType="lpstr">
      <vt:lpstr>Arial</vt:lpstr>
      <vt:lpstr>Aptos SemiBold</vt:lpstr>
      <vt:lpstr>Avenir Next LT Pro</vt:lpstr>
      <vt:lpstr>Poppins</vt:lpstr>
      <vt:lpstr>Aptos</vt:lpstr>
      <vt:lpstr>Aptos Light</vt:lpstr>
      <vt:lpstr>Tempus Sans ITC</vt:lpstr>
      <vt:lpstr>Century Gothic</vt:lpstr>
      <vt:lpstr>Tahoma</vt:lpstr>
      <vt:lpstr>Calibri</vt:lpstr>
      <vt:lpstr>Courier New</vt:lpstr>
      <vt:lpstr>Wavestone template-EN-16.9-Landscape-2024</vt:lpstr>
      <vt:lpstr>PowerPoint Presentation</vt:lpstr>
      <vt:lpstr>Architecture de mon site web perso</vt:lpstr>
      <vt:lpstr>End page</vt:lpstr>
    </vt:vector>
  </TitlesOfParts>
  <Manager>© WAVESTONE</Manager>
  <Company>Wavestone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CANOEN Léa</dc:creator>
  <cp:lastModifiedBy>THIRION Antoine</cp:lastModifiedBy>
  <cp:revision>4</cp:revision>
  <dcterms:created xsi:type="dcterms:W3CDTF">2025-11-19T08:26:10Z</dcterms:created>
  <dcterms:modified xsi:type="dcterms:W3CDTF">2026-03-04T10:13:27Z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0x010100E1ECFE0972B2B44FB545C7E1A5F492E2</vt:lpwstr>
  </property>
  <property fmtid="{D5CDD505-2E9C-101B-9397-08002B2CF9AE}" pid="3" name="MediaServiceImageTags">
    <vt:lpwstr/>
  </property>
  <property fmtid="{D5CDD505-2E9C-101B-9397-08002B2CF9AE}" pid="4" name="TemplafyTimeStamp">
    <vt:lpwstr>2025-11-18T16:30:22</vt:lpwstr>
  </property>
  <property fmtid="{D5CDD505-2E9C-101B-9397-08002B2CF9AE}" pid="5" name="TemplafyTenantId">
    <vt:lpwstr>wavestone</vt:lpwstr>
  </property>
  <property fmtid="{D5CDD505-2E9C-101B-9397-08002B2CF9AE}" pid="6" name="TemplafyTemplateId">
    <vt:lpwstr>1323057993523920900</vt:lpwstr>
  </property>
  <property fmtid="{D5CDD505-2E9C-101B-9397-08002B2CF9AE}" pid="7" name="TemplafyUserProfileId">
    <vt:lpwstr>1000781762973402274</vt:lpwstr>
  </property>
  <property fmtid="{D5CDD505-2E9C-101B-9397-08002B2CF9AE}" pid="8" name="TemplafyFromBlank">
    <vt:bool>true</vt:bool>
  </property>
</Properties>
</file>